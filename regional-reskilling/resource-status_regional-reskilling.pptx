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08" r:id="rId4"/>
  </p:sldMasterIdLst>
  <p:notesMasterIdLst>
    <p:notesMasterId r:id="rId6"/>
  </p:notesMasterIdLst>
  <p:sldIdLst>
    <p:sldId id="262" r:id="rId5"/>
  </p:sldIdLst>
  <p:sldSz cx="9906000" cy="6858000" type="A4"/>
  <p:notesSz cx="6807200" cy="9939338"/>
  <p:custDataLst>
    <p:tags r:id="rId7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29768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859536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289304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719072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148840" algn="l" defTabSz="859536" rtl="0" eaLnBrk="1" latinLnBrk="0" hangingPunct="1">
      <a:defRPr sz="1900" kern="1200">
        <a:solidFill>
          <a:schemeClr val="tx1"/>
        </a:solidFill>
        <a:latin typeface="Arial" charset="0"/>
        <a:ea typeface="+mn-ea"/>
        <a:cs typeface="Arial" charset="0"/>
      </a:defRPr>
    </a:lvl6pPr>
    <a:lvl7pPr marL="2578608" algn="l" defTabSz="859536" rtl="0" eaLnBrk="1" latinLnBrk="0" hangingPunct="1">
      <a:defRPr sz="1900" kern="1200">
        <a:solidFill>
          <a:schemeClr val="tx1"/>
        </a:solidFill>
        <a:latin typeface="Arial" charset="0"/>
        <a:ea typeface="+mn-ea"/>
        <a:cs typeface="Arial" charset="0"/>
      </a:defRPr>
    </a:lvl7pPr>
    <a:lvl8pPr marL="3008376" algn="l" defTabSz="859536" rtl="0" eaLnBrk="1" latinLnBrk="0" hangingPunct="1">
      <a:defRPr sz="1900" kern="1200">
        <a:solidFill>
          <a:schemeClr val="tx1"/>
        </a:solidFill>
        <a:latin typeface="Arial" charset="0"/>
        <a:ea typeface="+mn-ea"/>
        <a:cs typeface="Arial" charset="0"/>
      </a:defRPr>
    </a:lvl8pPr>
    <a:lvl9pPr marL="3438144" algn="l" defTabSz="859536" rtl="0" eaLnBrk="1" latinLnBrk="0" hangingPunct="1">
      <a:defRPr sz="1900"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2" pos="3120" userDrawn="1">
          <p15:clr>
            <a:srgbClr val="A4A3A4"/>
          </p15:clr>
        </p15:guide>
        <p15:guide id="3" orient="horz" pos="218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D28F02B-B1DC-AF5D-019D-D22B89116F77}" name="Nakato, Sakura" initials="NS" userId="Nakato, Sakura" providerId="None"/>
  <p188:author id="{32250A2E-E188-649A-D56E-A2F6429CA8DE}" name="Soeda, Satomi" initials="SS" userId="Soeda, Satomi" providerId="Non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Teshima, Michiru" initials="TM" lastIdx="20" clrIdx="0">
    <p:extLst>
      <p:ext uri="{19B8F6BF-5375-455C-9EA6-DF929625EA0E}">
        <p15:presenceInfo xmlns:p15="http://schemas.microsoft.com/office/powerpoint/2012/main" userId="S::miteshima@tohmatsu.co.jp::4ce32794-bca9-4413-b02a-c3d46948b27f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7A9"/>
    <a:srgbClr val="F6F4EF"/>
    <a:srgbClr val="009A44"/>
    <a:srgbClr val="DDEFE8"/>
    <a:srgbClr val="FF9933"/>
    <a:srgbClr val="FFF0A3"/>
    <a:srgbClr val="FFDE33"/>
    <a:srgbClr val="0D8390"/>
    <a:srgbClr val="9ED47F"/>
    <a:srgbClr val="98D2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スタイル (濃色)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FABFCF23-3B69-468F-B69F-88F6DE6A72F2}" styleName="中間スタイル 1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406" autoAdjust="0"/>
    <p:restoredTop sz="95338" autoAdjust="0"/>
  </p:normalViewPr>
  <p:slideViewPr>
    <p:cSldViewPr snapToGrid="0" showGuides="1">
      <p:cViewPr varScale="1">
        <p:scale>
          <a:sx n="82" d="100"/>
          <a:sy n="82" d="100"/>
        </p:scale>
        <p:origin x="552" y="96"/>
      </p:cViewPr>
      <p:guideLst>
        <p:guide pos="3120"/>
        <p:guide orient="horz" pos="2183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13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tags" Target="tags/tag1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50375" cy="498966"/>
          </a:xfrm>
          <a:prstGeom prst="rect">
            <a:avLst/>
          </a:prstGeom>
        </p:spPr>
        <p:txBody>
          <a:bodyPr vert="horz" lIns="92236" tIns="46118" rIns="92236" bIns="46118" rtlCol="0"/>
          <a:lstStyle>
            <a:lvl1pPr algn="l">
              <a:defRPr sz="1200">
                <a:latin typeface="+mn-lt"/>
                <a:ea typeface="Yu Gothic UI" panose="020B0500000000000000" pitchFamily="50" charset="-128"/>
                <a:cs typeface="+mn-cs"/>
                <a:sym typeface="+mn-lt"/>
              </a:defRPr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221" y="0"/>
            <a:ext cx="2950374" cy="498966"/>
          </a:xfrm>
          <a:prstGeom prst="rect">
            <a:avLst/>
          </a:prstGeom>
        </p:spPr>
        <p:txBody>
          <a:bodyPr vert="horz" lIns="92236" tIns="46118" rIns="92236" bIns="46118" rtlCol="0"/>
          <a:lstStyle>
            <a:lvl1pPr algn="r">
              <a:defRPr sz="1200">
                <a:latin typeface="+mn-lt"/>
                <a:ea typeface="Yu Gothic UI" panose="020B0500000000000000" pitchFamily="50" charset="-128"/>
                <a:cs typeface="+mn-cs"/>
                <a:sym typeface="+mn-lt"/>
              </a:defRPr>
            </a:lvl1pPr>
          </a:lstStyle>
          <a:p>
            <a:fld id="{AAE2C4BB-DD5D-4EF0-8811-528209874544}" type="datetimeFigureOut">
              <a:rPr kumimoji="1" lang="ja-JP" altLang="en-US" smtClean="0"/>
              <a:pPr/>
              <a:t>2026/10/7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2663" y="1243013"/>
            <a:ext cx="4841875" cy="3352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236" tIns="46118" rIns="92236" bIns="46118" rtlCol="0" anchor="ctr"/>
          <a:lstStyle/>
          <a:p>
            <a:endParaRPr lang="ja-JP" altLang="en-US" dirty="0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239" y="4783357"/>
            <a:ext cx="5446723" cy="3913364"/>
          </a:xfrm>
          <a:prstGeom prst="rect">
            <a:avLst/>
          </a:prstGeom>
        </p:spPr>
        <p:txBody>
          <a:bodyPr vert="horz" lIns="92236" tIns="46118" rIns="92236" bIns="46118" rtlCol="0"/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0372"/>
            <a:ext cx="2950375" cy="498966"/>
          </a:xfrm>
          <a:prstGeom prst="rect">
            <a:avLst/>
          </a:prstGeom>
        </p:spPr>
        <p:txBody>
          <a:bodyPr vert="horz" lIns="92236" tIns="46118" rIns="92236" bIns="46118" rtlCol="0" anchor="b"/>
          <a:lstStyle>
            <a:lvl1pPr algn="l">
              <a:defRPr sz="1200">
                <a:latin typeface="+mn-lt"/>
                <a:ea typeface="Yu Gothic UI" panose="020B0500000000000000" pitchFamily="50" charset="-128"/>
                <a:cs typeface="+mn-cs"/>
                <a:sym typeface="+mn-lt"/>
              </a:defRPr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221" y="9440372"/>
            <a:ext cx="2950374" cy="498966"/>
          </a:xfrm>
          <a:prstGeom prst="rect">
            <a:avLst/>
          </a:prstGeom>
        </p:spPr>
        <p:txBody>
          <a:bodyPr vert="horz" lIns="92236" tIns="46118" rIns="92236" bIns="46118" rtlCol="0" anchor="b"/>
          <a:lstStyle>
            <a:lvl1pPr algn="r">
              <a:defRPr sz="1200">
                <a:latin typeface="+mn-lt"/>
                <a:ea typeface="Yu Gothic UI" panose="020B0500000000000000" pitchFamily="50" charset="-128"/>
                <a:cs typeface="+mn-cs"/>
                <a:sym typeface="+mn-lt"/>
              </a:defRPr>
            </a:lvl1pPr>
          </a:lstStyle>
          <a:p>
            <a:fld id="{24DE13BB-FCB6-4491-A87D-1E9BA7500F8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898522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Yu Gothic UI" panose="020B0500000000000000" pitchFamily="50" charset="-128"/>
        <a:cs typeface="+mn-cs"/>
        <a:sym typeface="+mn-lt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Yu Gothic UI" panose="020B0500000000000000" pitchFamily="50" charset="-128"/>
        <a:cs typeface="+mn-cs"/>
        <a:sym typeface="+mn-lt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Yu Gothic UI" panose="020B0500000000000000" pitchFamily="50" charset="-128"/>
        <a:cs typeface="+mn-cs"/>
        <a:sym typeface="+mn-lt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Yu Gothic UI" panose="020B0500000000000000" pitchFamily="50" charset="-128"/>
        <a:cs typeface="+mn-cs"/>
        <a:sym typeface="+mn-lt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Yu Gothic UI" panose="020B0500000000000000" pitchFamily="50" charset="-128"/>
        <a:cs typeface="+mn-cs"/>
        <a:sym typeface="+mn-lt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5" Type="http://schemas.openxmlformats.org/officeDocument/2006/relationships/image" Target="../media/image2.png"/><Relationship Id="rId4" Type="http://schemas.openxmlformats.org/officeDocument/2006/relationships/image" Target="../media/image1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1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1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4" Type="http://schemas.openxmlformats.org/officeDocument/2006/relationships/image" Target="../media/image1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4" Type="http://schemas.openxmlformats.org/officeDocument/2006/relationships/image" Target="../media/image1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4" Type="http://schemas.openxmlformats.org/officeDocument/2006/relationships/image" Target="../media/image1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4" Type="http://schemas.openxmlformats.org/officeDocument/2006/relationships/image" Target="../media/image1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5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（基本版） タイトル_ ロゴ入り_A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オブジェクト 3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374991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スライド" r:id="rId3" imgW="563" imgH="564" progId="TCLayout.ActiveDocument.1">
                  <p:embed/>
                </p:oleObj>
              </mc:Choice>
              <mc:Fallback>
                <p:oleObj name="think-cellスライド" r:id="rId3" imgW="563" imgH="564" progId="TCLayout.ActiveDocument.1">
                  <p:embed/>
                  <p:pic>
                    <p:nvPicPr>
                      <p:cNvPr id="4" name="オブジェクト 3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Picture Placeholder 8"/>
          <p:cNvSpPr>
            <a:spLocks noGrp="1" noChangeAspect="1"/>
          </p:cNvSpPr>
          <p:nvPr>
            <p:ph type="pic" sz="quarter" idx="11"/>
          </p:nvPr>
        </p:nvSpPr>
        <p:spPr bwMode="gray">
          <a:xfrm>
            <a:off x="2523000" y="999000"/>
            <a:ext cx="4860000" cy="4860000"/>
          </a:xfrm>
          <a:prstGeom prst="rect">
            <a:avLst/>
          </a:prstGeom>
        </p:spPr>
        <p:txBody>
          <a:bodyPr/>
          <a:lstStyle>
            <a:lvl1pPr>
              <a:defRPr baseline="0">
                <a:latin typeface="+mn-lt"/>
                <a:ea typeface="+mn-ea"/>
                <a:cs typeface="+mn-cs"/>
                <a:sym typeface="+mn-lt"/>
              </a:defRPr>
            </a:lvl1pPr>
          </a:lstStyle>
          <a:p>
            <a:r>
              <a:rPr lang="ja-JP" altLang="en-US"/>
              <a:t>アイコンをクリックして図を追加</a:t>
            </a:r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417600" y="5040000"/>
            <a:ext cx="4536000" cy="615553"/>
          </a:xfrm>
        </p:spPr>
        <p:txBody>
          <a:bodyPr vert="horz" anchor="b" anchorCtr="0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1" baseline="0">
                <a:solidFill>
                  <a:schemeClr val="tx1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ja-JP" altLang="en-US" noProof="0" dirty="0"/>
              <a:t>表紙タイトル</a:t>
            </a:r>
            <a:endParaRPr lang="en-US" noProof="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417600" y="5652000"/>
            <a:ext cx="4536000" cy="492443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 baseline="0"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1pPr>
            <a:lvl2pPr marL="495283" indent="0" algn="ctr">
              <a:buNone/>
              <a:defRPr sz="2167"/>
            </a:lvl2pPr>
            <a:lvl3pPr marL="990564" indent="0" algn="ctr">
              <a:buNone/>
              <a:defRPr sz="1950"/>
            </a:lvl3pPr>
            <a:lvl4pPr marL="1485846" indent="0" algn="ctr">
              <a:buNone/>
              <a:defRPr sz="1733"/>
            </a:lvl4pPr>
            <a:lvl5pPr marL="1981127" indent="0" algn="ctr">
              <a:buNone/>
              <a:defRPr sz="1733"/>
            </a:lvl5pPr>
            <a:lvl6pPr marL="2476410" indent="0" algn="ctr">
              <a:buNone/>
              <a:defRPr sz="1733"/>
            </a:lvl6pPr>
            <a:lvl7pPr marL="2971692" indent="0" algn="ctr">
              <a:buNone/>
              <a:defRPr sz="1733"/>
            </a:lvl7pPr>
            <a:lvl8pPr marL="3466973" indent="0" algn="ctr">
              <a:buNone/>
              <a:defRPr sz="1733"/>
            </a:lvl8pPr>
            <a:lvl9pPr marL="3962255" indent="0" algn="ctr">
              <a:buNone/>
              <a:defRPr sz="1733"/>
            </a:lvl9pPr>
          </a:lstStyle>
          <a:p>
            <a:r>
              <a:rPr lang="ja-JP" altLang="en-US" noProof="0" dirty="0"/>
              <a:t>表紙サブタイトル</a:t>
            </a:r>
            <a:endParaRPr lang="en-US" noProof="0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 bwMode="gray">
          <a:xfrm>
            <a:off x="417599" y="6408000"/>
            <a:ext cx="4536000" cy="215444"/>
          </a:xfrm>
          <a:prstGeom prst="rect">
            <a:avLst/>
          </a:prstGeom>
        </p:spPr>
        <p:txBody>
          <a:bodyPr wrap="square" lIns="0" anchor="b" anchorCtr="0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aseline="0"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ja-JP" altLang="en-US" noProof="0"/>
              <a:t>マスター テキストの書式設定</a:t>
            </a:r>
          </a:p>
        </p:txBody>
      </p:sp>
      <p:sp>
        <p:nvSpPr>
          <p:cNvPr id="10" name="テキスト プレースホルダー 9"/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4953000" y="396000"/>
            <a:ext cx="4536000" cy="676800"/>
          </a:xfrm>
          <a:prstGeom prst="rect">
            <a:avLst/>
          </a:prstGeom>
        </p:spPr>
        <p:txBody>
          <a:bodyPr lIns="0">
            <a:norm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defRPr sz="2200" baseline="0">
                <a:latin typeface="+mn-lt"/>
                <a:ea typeface="+mn-ea"/>
                <a:cs typeface="+mn-cs"/>
                <a:sym typeface="+mn-lt"/>
              </a:defRPr>
            </a:lvl1pPr>
            <a:lvl2pPr>
              <a:defRPr sz="2200"/>
            </a:lvl2pPr>
            <a:lvl3pPr>
              <a:defRPr sz="2200"/>
            </a:lvl3pPr>
            <a:lvl4pPr>
              <a:defRPr sz="2200"/>
            </a:lvl4pPr>
            <a:lvl5pPr>
              <a:defRPr sz="2200"/>
            </a:lvl5pPr>
          </a:lstStyle>
          <a:p>
            <a:pPr lvl="0"/>
            <a:r>
              <a:rPr kumimoji="1" lang="ja-JP" altLang="en-US" dirty="0"/>
              <a:t>クライアント社名</a:t>
            </a:r>
          </a:p>
        </p:txBody>
      </p:sp>
      <p:pic>
        <p:nvPicPr>
          <p:cNvPr id="7" name="図 6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416496" y="432000"/>
            <a:ext cx="1872000" cy="587972"/>
          </a:xfrm>
          <a:prstGeom prst="rect">
            <a:avLst/>
          </a:prstGeom>
        </p:spPr>
      </p:pic>
      <p:sp>
        <p:nvSpPr>
          <p:cNvPr id="6" name="日付プレースホルダー 5">
            <a:extLst>
              <a:ext uri="{FF2B5EF4-FFF2-40B4-BE49-F238E27FC236}">
                <a16:creationId xmlns:a16="http://schemas.microsoft.com/office/drawing/2014/main" id="{3C0424FA-1860-43B7-8A94-43021EEC50FC}"/>
              </a:ext>
            </a:extLst>
          </p:cNvPr>
          <p:cNvSpPr>
            <a:spLocks noGrp="1"/>
          </p:cNvSpPr>
          <p:nvPr>
            <p:ph type="dt" sz="half" idx="13"/>
          </p:nvPr>
        </p:nvSpPr>
        <p:spPr bwMode="gray"/>
        <p:txBody>
          <a:bodyPr/>
          <a:lstStyle>
            <a:lvl1pPr>
              <a:defRPr>
                <a:cs typeface="+mn-cs"/>
              </a:defRPr>
            </a:lvl1pPr>
          </a:lstStyle>
          <a:p>
            <a:pPr algn="ctr"/>
            <a:r>
              <a:rPr lang="en-US"/>
              <a:t>&lt; Confidential &gt;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8155235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（基本版） タイトル ロゴ無_A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オブジェクト 3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386394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スライド" r:id="rId3" imgW="563" imgH="564" progId="TCLayout.ActiveDocument.1">
                  <p:embed/>
                </p:oleObj>
              </mc:Choice>
              <mc:Fallback>
                <p:oleObj name="think-cellスライド" r:id="rId3" imgW="563" imgH="564" progId="TCLayout.ActiveDocument.1">
                  <p:embed/>
                  <p:pic>
                    <p:nvPicPr>
                      <p:cNvPr id="4" name="オブジェクト 3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Picture Placeholder 8"/>
          <p:cNvSpPr>
            <a:spLocks noGrp="1" noChangeAspect="1"/>
          </p:cNvSpPr>
          <p:nvPr>
            <p:ph type="pic" sz="quarter" idx="11"/>
          </p:nvPr>
        </p:nvSpPr>
        <p:spPr bwMode="gray">
          <a:xfrm>
            <a:off x="2523000" y="999000"/>
            <a:ext cx="4860000" cy="486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  <a:sym typeface="+mn-lt"/>
              </a:defRPr>
            </a:lvl1pPr>
          </a:lstStyle>
          <a:p>
            <a:r>
              <a:rPr lang="ja-JP" altLang="en-US"/>
              <a:t>アイコンをクリックして図を追加</a:t>
            </a:r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417600" y="5040000"/>
            <a:ext cx="4536000" cy="615553"/>
          </a:xfrm>
        </p:spPr>
        <p:txBody>
          <a:bodyPr vert="horz" anchor="b" anchorCtr="0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1" baseline="0">
                <a:solidFill>
                  <a:schemeClr val="tx1"/>
                </a:solidFill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ja-JP" altLang="en-US" noProof="0" dirty="0"/>
              <a:t>表紙タイトル</a:t>
            </a:r>
            <a:endParaRPr lang="en-US" noProof="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417600" y="5652000"/>
            <a:ext cx="4536000" cy="492443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1pPr>
            <a:lvl2pPr marL="495283" indent="0" algn="ctr">
              <a:buNone/>
              <a:defRPr sz="2167"/>
            </a:lvl2pPr>
            <a:lvl3pPr marL="990564" indent="0" algn="ctr">
              <a:buNone/>
              <a:defRPr sz="1950"/>
            </a:lvl3pPr>
            <a:lvl4pPr marL="1485846" indent="0" algn="ctr">
              <a:buNone/>
              <a:defRPr sz="1733"/>
            </a:lvl4pPr>
            <a:lvl5pPr marL="1981127" indent="0" algn="ctr">
              <a:buNone/>
              <a:defRPr sz="1733"/>
            </a:lvl5pPr>
            <a:lvl6pPr marL="2476410" indent="0" algn="ctr">
              <a:buNone/>
              <a:defRPr sz="1733"/>
            </a:lvl6pPr>
            <a:lvl7pPr marL="2971692" indent="0" algn="ctr">
              <a:buNone/>
              <a:defRPr sz="1733"/>
            </a:lvl7pPr>
            <a:lvl8pPr marL="3466973" indent="0" algn="ctr">
              <a:buNone/>
              <a:defRPr sz="1733"/>
            </a:lvl8pPr>
            <a:lvl9pPr marL="3962255" indent="0" algn="ctr">
              <a:buNone/>
              <a:defRPr sz="1733"/>
            </a:lvl9pPr>
          </a:lstStyle>
          <a:p>
            <a:r>
              <a:rPr lang="ja-JP" altLang="en-US" noProof="0" dirty="0"/>
              <a:t>表紙サブタイトル</a:t>
            </a:r>
            <a:endParaRPr lang="en-US" noProof="0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 bwMode="gray">
          <a:xfrm>
            <a:off x="417599" y="6408000"/>
            <a:ext cx="4536000" cy="215444"/>
          </a:xfrm>
          <a:prstGeom prst="rect">
            <a:avLst/>
          </a:prstGeom>
        </p:spPr>
        <p:txBody>
          <a:bodyPr wrap="square" lIns="0" anchor="b" anchorCtr="0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ja-JP" altLang="en-US" noProof="0"/>
              <a:t>マスター テキストの書式設定</a:t>
            </a:r>
          </a:p>
        </p:txBody>
      </p:sp>
      <p:sp>
        <p:nvSpPr>
          <p:cNvPr id="6" name="日付プレースホルダー 5">
            <a:extLst>
              <a:ext uri="{FF2B5EF4-FFF2-40B4-BE49-F238E27FC236}">
                <a16:creationId xmlns:a16="http://schemas.microsoft.com/office/drawing/2014/main" id="{5C5A3295-3564-4576-96DB-80CBF7A205A7}"/>
              </a:ext>
            </a:extLst>
          </p:cNvPr>
          <p:cNvSpPr>
            <a:spLocks noGrp="1"/>
          </p:cNvSpPr>
          <p:nvPr>
            <p:ph type="dt" sz="half" idx="12"/>
          </p:nvPr>
        </p:nvSpPr>
        <p:spPr bwMode="gray"/>
        <p:txBody>
          <a:bodyPr/>
          <a:lstStyle>
            <a:lvl1pPr>
              <a:defRPr>
                <a:cs typeface="+mn-cs"/>
              </a:defRPr>
            </a:lvl1pPr>
          </a:lstStyle>
          <a:p>
            <a:pPr algn="ctr"/>
            <a:r>
              <a:rPr lang="en-US"/>
              <a:t>&lt; Confidential &gt;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3739819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（基本版） 目次_A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オブジェクト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99832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スライド" r:id="rId3" imgW="563" imgH="564" progId="TCLayout.ActiveDocument.1">
                  <p:embed/>
                </p:oleObj>
              </mc:Choice>
              <mc:Fallback>
                <p:oleObj name="think-cellスライド" r:id="rId3" imgW="563" imgH="564" progId="TCLayout.ActiveDocument.1">
                  <p:embed/>
                  <p:pic>
                    <p:nvPicPr>
                      <p:cNvPr id="2" name="オブジェクト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Content Placeholder 3"/>
          <p:cNvSpPr>
            <a:spLocks noGrp="1"/>
          </p:cNvSpPr>
          <p:nvPr>
            <p:ph sz="quarter" idx="10"/>
          </p:nvPr>
        </p:nvSpPr>
        <p:spPr bwMode="gray">
          <a:xfrm>
            <a:off x="417000" y="1476000"/>
            <a:ext cx="4356000" cy="4824000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spcBef>
                <a:spcPts val="600"/>
              </a:spcBef>
              <a:tabLst>
                <a:tab pos="5448101" algn="r"/>
              </a:tabLst>
              <a:defRPr sz="1200">
                <a:latin typeface="+mn-lt"/>
                <a:ea typeface="+mn-ea"/>
                <a:cs typeface="+mn-cs"/>
                <a:sym typeface="+mn-lt"/>
              </a:defRPr>
            </a:lvl1pPr>
            <a:lvl2pPr>
              <a:lnSpc>
                <a:spcPct val="110000"/>
              </a:lnSpc>
              <a:spcBef>
                <a:spcPts val="600"/>
              </a:spcBef>
              <a:tabLst>
                <a:tab pos="5448101" algn="r"/>
              </a:tabLst>
              <a:defRPr sz="1200">
                <a:latin typeface="+mn-lt"/>
                <a:ea typeface="+mn-ea"/>
                <a:cs typeface="+mn-cs"/>
                <a:sym typeface="+mn-lt"/>
              </a:defRPr>
            </a:lvl2pPr>
            <a:lvl3pPr>
              <a:lnSpc>
                <a:spcPct val="110000"/>
              </a:lnSpc>
              <a:spcBef>
                <a:spcPts val="600"/>
              </a:spcBef>
              <a:tabLst>
                <a:tab pos="5448101" algn="r"/>
              </a:tabLst>
              <a:defRPr sz="1200">
                <a:latin typeface="+mn-lt"/>
                <a:ea typeface="+mn-ea"/>
                <a:cs typeface="+mn-cs"/>
                <a:sym typeface="+mn-lt"/>
              </a:defRPr>
            </a:lvl3pPr>
            <a:lvl4pPr>
              <a:lnSpc>
                <a:spcPct val="110000"/>
              </a:lnSpc>
              <a:spcBef>
                <a:spcPts val="600"/>
              </a:spcBef>
              <a:tabLst>
                <a:tab pos="5448101" algn="r"/>
              </a:tabLst>
              <a:defRPr sz="1200">
                <a:latin typeface="+mn-lt"/>
                <a:ea typeface="+mn-ea"/>
                <a:cs typeface="+mn-cs"/>
                <a:sym typeface="+mn-lt"/>
              </a:defRPr>
            </a:lvl4pPr>
            <a:lvl5pPr>
              <a:tabLst>
                <a:tab pos="5448101" algn="r"/>
              </a:tabLst>
              <a:defRPr baseline="0"/>
            </a:lvl5pPr>
          </a:lstStyle>
          <a:p>
            <a:pPr lvl="0"/>
            <a:r>
              <a:rPr lang="ja-JP" altLang="en-US" noProof="0"/>
              <a:t>マスター テキストの書式設定</a:t>
            </a:r>
          </a:p>
          <a:p>
            <a:pPr lvl="1"/>
            <a:r>
              <a:rPr lang="ja-JP" altLang="en-US" noProof="0"/>
              <a:t>第 </a:t>
            </a:r>
            <a:r>
              <a:rPr lang="en-US" altLang="ja-JP" noProof="0"/>
              <a:t>2 </a:t>
            </a:r>
            <a:r>
              <a:rPr lang="ja-JP" altLang="en-US" noProof="0"/>
              <a:t>レベル</a:t>
            </a:r>
          </a:p>
          <a:p>
            <a:pPr lvl="2"/>
            <a:r>
              <a:rPr lang="ja-JP" altLang="en-US" noProof="0"/>
              <a:t>第 </a:t>
            </a:r>
            <a:r>
              <a:rPr lang="en-US" altLang="ja-JP" noProof="0"/>
              <a:t>3 </a:t>
            </a:r>
            <a:r>
              <a:rPr lang="ja-JP" altLang="en-US" noProof="0"/>
              <a:t>レベル</a:t>
            </a:r>
          </a:p>
          <a:p>
            <a:pPr lvl="3"/>
            <a:r>
              <a:rPr lang="ja-JP" altLang="en-US" noProof="0"/>
              <a:t>第 </a:t>
            </a:r>
            <a:r>
              <a:rPr lang="en-US" altLang="ja-JP" noProof="0"/>
              <a:t>4 </a:t>
            </a:r>
            <a:r>
              <a:rPr lang="ja-JP" altLang="en-US" noProof="0"/>
              <a:t>レベル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/>
          </p:nvPr>
        </p:nvSpPr>
        <p:spPr bwMode="gray">
          <a:xfrm>
            <a:off x="5133000" y="1476000"/>
            <a:ext cx="4356000" cy="4824000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spcBef>
                <a:spcPts val="600"/>
              </a:spcBef>
              <a:tabLst>
                <a:tab pos="5448101" algn="r"/>
              </a:tabLst>
              <a:defRPr sz="1200">
                <a:latin typeface="+mn-lt"/>
                <a:ea typeface="+mn-ea"/>
                <a:cs typeface="+mn-cs"/>
                <a:sym typeface="+mn-lt"/>
              </a:defRPr>
            </a:lvl1pPr>
            <a:lvl2pPr>
              <a:lnSpc>
                <a:spcPct val="110000"/>
              </a:lnSpc>
              <a:spcBef>
                <a:spcPts val="600"/>
              </a:spcBef>
              <a:tabLst>
                <a:tab pos="5448101" algn="r"/>
              </a:tabLst>
              <a:defRPr sz="1200">
                <a:latin typeface="+mn-lt"/>
                <a:ea typeface="+mn-ea"/>
                <a:cs typeface="+mn-cs"/>
                <a:sym typeface="+mn-lt"/>
              </a:defRPr>
            </a:lvl2pPr>
            <a:lvl3pPr>
              <a:lnSpc>
                <a:spcPct val="110000"/>
              </a:lnSpc>
              <a:spcBef>
                <a:spcPts val="600"/>
              </a:spcBef>
              <a:tabLst>
                <a:tab pos="5448101" algn="r"/>
              </a:tabLst>
              <a:defRPr sz="1200">
                <a:latin typeface="+mn-lt"/>
                <a:ea typeface="+mn-ea"/>
                <a:cs typeface="+mn-cs"/>
                <a:sym typeface="+mn-lt"/>
              </a:defRPr>
            </a:lvl3pPr>
            <a:lvl4pPr>
              <a:lnSpc>
                <a:spcPct val="110000"/>
              </a:lnSpc>
              <a:spcBef>
                <a:spcPts val="600"/>
              </a:spcBef>
              <a:tabLst>
                <a:tab pos="5448101" algn="r"/>
              </a:tabLst>
              <a:defRPr sz="1200">
                <a:latin typeface="+mn-lt"/>
                <a:ea typeface="+mn-ea"/>
                <a:cs typeface="+mn-cs"/>
                <a:sym typeface="+mn-lt"/>
              </a:defRPr>
            </a:lvl4pPr>
            <a:lvl5pPr>
              <a:tabLst>
                <a:tab pos="5448101" algn="r"/>
              </a:tabLst>
              <a:defRPr baseline="0"/>
            </a:lvl5pPr>
          </a:lstStyle>
          <a:p>
            <a:pPr lvl="0"/>
            <a:r>
              <a:rPr lang="ja-JP" altLang="en-US" noProof="0"/>
              <a:t>マスター テキストの書式設定</a:t>
            </a:r>
          </a:p>
          <a:p>
            <a:pPr lvl="1"/>
            <a:r>
              <a:rPr lang="ja-JP" altLang="en-US" noProof="0"/>
              <a:t>第 </a:t>
            </a:r>
            <a:r>
              <a:rPr lang="en-US" altLang="ja-JP" noProof="0"/>
              <a:t>2 </a:t>
            </a:r>
            <a:r>
              <a:rPr lang="ja-JP" altLang="en-US" noProof="0"/>
              <a:t>レベル</a:t>
            </a:r>
          </a:p>
          <a:p>
            <a:pPr lvl="2"/>
            <a:r>
              <a:rPr lang="ja-JP" altLang="en-US" noProof="0"/>
              <a:t>第 </a:t>
            </a:r>
            <a:r>
              <a:rPr lang="en-US" altLang="ja-JP" noProof="0"/>
              <a:t>3 </a:t>
            </a:r>
            <a:r>
              <a:rPr lang="ja-JP" altLang="en-US" noProof="0"/>
              <a:t>レベル</a:t>
            </a:r>
          </a:p>
          <a:p>
            <a:pPr lvl="3"/>
            <a:r>
              <a:rPr lang="ja-JP" altLang="en-US" noProof="0"/>
              <a:t>第 </a:t>
            </a:r>
            <a:r>
              <a:rPr lang="en-US" altLang="ja-JP" noProof="0"/>
              <a:t>4 </a:t>
            </a:r>
            <a:r>
              <a:rPr lang="ja-JP" altLang="en-US" noProof="0"/>
              <a:t>レベル</a:t>
            </a:r>
          </a:p>
        </p:txBody>
      </p:sp>
      <p:sp>
        <p:nvSpPr>
          <p:cNvPr id="4" name="タイトル 3"/>
          <p:cNvSpPr>
            <a:spLocks noGrp="1"/>
          </p:cNvSpPr>
          <p:nvPr>
            <p:ph type="title"/>
          </p:nvPr>
        </p:nvSpPr>
        <p:spPr bwMode="gray"/>
        <p:txBody>
          <a:bodyPr vert="horz"/>
          <a:lstStyle>
            <a:lvl1pPr>
              <a:defRPr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82903191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（基本版） 白紙_A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オブジェクト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404793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スライド" r:id="rId3" imgW="563" imgH="564" progId="TCLayout.ActiveDocument.1">
                  <p:embed/>
                </p:oleObj>
              </mc:Choice>
              <mc:Fallback>
                <p:oleObj name="think-cellスライド" r:id="rId3" imgW="563" imgH="564" progId="TCLayout.ActiveDocument.1">
                  <p:embed/>
                  <p:pic>
                    <p:nvPicPr>
                      <p:cNvPr id="2" name="オブジェクト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フッター プレースホルダー 2"/>
          <p:cNvSpPr>
            <a:spLocks noGrp="1"/>
          </p:cNvSpPr>
          <p:nvPr>
            <p:ph type="ftr" sz="quarter" idx="10"/>
          </p:nvPr>
        </p:nvSpPr>
        <p:spPr bwMode="gray"/>
        <p:txBody>
          <a:bodyPr/>
          <a:lstStyle>
            <a:lvl1pPr>
              <a:defRPr>
                <a:latin typeface="+mn-lt"/>
                <a:ea typeface="+mn-ea"/>
                <a:cs typeface="+mn-cs"/>
                <a:sym typeface="+mn-lt"/>
              </a:defRPr>
            </a:lvl1pPr>
          </a:lstStyle>
          <a:p>
            <a:r>
              <a:rPr lang="en-GB" altLang="en-GB"/>
              <a:t>DT Template A4</a:t>
            </a:r>
            <a:endParaRPr lang="en-GB" altLang="en-GB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>
            <a:lvl1pPr>
              <a:defRPr>
                <a:latin typeface="+mn-lt"/>
                <a:ea typeface="+mn-ea"/>
                <a:cs typeface="+mn-cs"/>
                <a:sym typeface="+mn-lt"/>
              </a:defRPr>
            </a:lvl1pPr>
          </a:lstStyle>
          <a:p>
            <a:fld id="{AA5FCFE5-FE56-4EF1-80A8-07776887C2A1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6" name="テキスト プレースホルダー 5"/>
          <p:cNvSpPr>
            <a:spLocks noGrp="1"/>
          </p:cNvSpPr>
          <p:nvPr>
            <p:ph type="body" sz="quarter" idx="12"/>
          </p:nvPr>
        </p:nvSpPr>
        <p:spPr bwMode="gray">
          <a:xfrm>
            <a:off x="1893000" y="2340000"/>
            <a:ext cx="6120000" cy="252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  <a:sym typeface="+mn-lt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894029594"/>
      </p:ext>
    </p:extLst>
  </p:cSld>
  <p:clrMapOvr>
    <a:masterClrMapping/>
  </p:clrMapOvr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（基本版） 中表紙_A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オブジェクト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367591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スライド" r:id="rId3" imgW="563" imgH="564" progId="TCLayout.ActiveDocument.1">
                  <p:embed/>
                </p:oleObj>
              </mc:Choice>
              <mc:Fallback>
                <p:oleObj name="think-cellスライド" r:id="rId3" imgW="563" imgH="564" progId="TCLayout.ActiveDocument.1">
                  <p:embed/>
                  <p:pic>
                    <p:nvPicPr>
                      <p:cNvPr id="2" name="オブジェクト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1029599" y="2232000"/>
            <a:ext cx="5184000" cy="432000"/>
          </a:xfrm>
          <a:prstGeom prst="rect">
            <a:avLst/>
          </a:prstGeom>
          <a:noFill/>
        </p:spPr>
        <p:txBody>
          <a:bodyPr wrap="square" lIns="0" r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800" b="1" baseline="0">
                <a:solidFill>
                  <a:schemeClr val="tx1"/>
                </a:solidFill>
                <a:latin typeface="+mj-lt"/>
                <a:ea typeface="+mj-ea"/>
                <a:cs typeface="+mn-cs"/>
                <a:sym typeface="+mn-lt"/>
              </a:defRPr>
            </a:lvl1pPr>
          </a:lstStyle>
          <a:p>
            <a:pPr lvl="0"/>
            <a:r>
              <a:rPr lang="ja-JP" altLang="en-US" dirty="0"/>
              <a:t>中表紙タイトル</a:t>
            </a:r>
          </a:p>
        </p:txBody>
      </p:sp>
      <p:sp>
        <p:nvSpPr>
          <p:cNvPr id="5" name="スライド番号プレースホルダ 4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>
            <a:lvl1pPr>
              <a:defRPr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1pPr>
          </a:lstStyle>
          <a:p>
            <a:fld id="{AA5FCFE5-FE56-4EF1-80A8-07776887C2A1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7" name="フッター プレースホルダ 6"/>
          <p:cNvSpPr>
            <a:spLocks noGrp="1"/>
          </p:cNvSpPr>
          <p:nvPr>
            <p:ph type="ftr" sz="quarter" idx="12"/>
          </p:nvPr>
        </p:nvSpPr>
        <p:spPr bwMode="gray"/>
        <p:txBody>
          <a:bodyPr/>
          <a:lstStyle>
            <a:lvl1pPr>
              <a:defRPr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1pPr>
          </a:lstStyle>
          <a:p>
            <a:r>
              <a:rPr lang="en-GB" altLang="en-GB"/>
              <a:t>DT Template A4</a:t>
            </a:r>
            <a:endParaRPr lang="en-GB" altLang="en-GB" dirty="0"/>
          </a:p>
        </p:txBody>
      </p:sp>
    </p:spTree>
    <p:extLst>
      <p:ext uri="{BB962C8B-B14F-4D97-AF65-F5344CB8AC3E}">
        <p14:creationId xmlns:p14="http://schemas.microsoft.com/office/powerpoint/2010/main" val="1633268474"/>
      </p:ext>
    </p:extLst>
  </p:cSld>
  <p:clrMapOvr>
    <a:masterClrMapping/>
  </p:clrMapOvr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（基本版） タイトルのみ_A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オブジェクト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022860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スライド" r:id="rId3" imgW="563" imgH="564" progId="TCLayout.ActiveDocument.1">
                  <p:embed/>
                </p:oleObj>
              </mc:Choice>
              <mc:Fallback>
                <p:oleObj name="think-cellスライド" r:id="rId3" imgW="563" imgH="564" progId="TCLayout.ActiveDocument.1">
                  <p:embed/>
                  <p:pic>
                    <p:nvPicPr>
                      <p:cNvPr id="2" name="オブジェクト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フッター プレースホルダ 2"/>
          <p:cNvSpPr>
            <a:spLocks noGrp="1"/>
          </p:cNvSpPr>
          <p:nvPr>
            <p:ph type="ftr" sz="quarter" idx="10"/>
          </p:nvPr>
        </p:nvSpPr>
        <p:spPr bwMode="gray"/>
        <p:txBody>
          <a:bodyPr/>
          <a:lstStyle>
            <a:lvl1pPr>
              <a:defRPr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1pPr>
          </a:lstStyle>
          <a:p>
            <a:r>
              <a:rPr lang="en-GB" altLang="en-GB"/>
              <a:t>DT Template A4</a:t>
            </a:r>
            <a:endParaRPr lang="en-GB" altLang="en-GB" dirty="0"/>
          </a:p>
        </p:txBody>
      </p:sp>
      <p:sp>
        <p:nvSpPr>
          <p:cNvPr id="4" name="スライド番号プレースホルダ 3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>
            <a:lvl1pPr>
              <a:defRPr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1pPr>
          </a:lstStyle>
          <a:p>
            <a:fld id="{AA5FCFE5-FE56-4EF1-80A8-07776887C2A1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9" name="テキスト プレースホルダー 2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16496" y="1008000"/>
            <a:ext cx="4356000" cy="468000"/>
          </a:xfrm>
          <a:prstGeom prst="rect">
            <a:avLst/>
          </a:prstGeom>
        </p:spPr>
        <p:txBody>
          <a:bodyPr wrap="none" anchor="ctr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600" b="1">
                <a:solidFill>
                  <a:schemeClr val="accent1"/>
                </a:solidFill>
                <a:latin typeface="+mn-lt"/>
                <a:ea typeface="+mn-ea"/>
                <a:cs typeface="+mn-cs"/>
                <a:sym typeface="+mn-lt"/>
              </a:defRPr>
            </a:lvl1pPr>
          </a:lstStyle>
          <a:p>
            <a:pPr lvl="0"/>
            <a:r>
              <a:rPr kumimoji="1" lang="en-US" altLang="ja-JP" dirty="0"/>
              <a:t>Header</a:t>
            </a:r>
            <a:r>
              <a:rPr kumimoji="1" lang="ja-JP" altLang="en-US" dirty="0"/>
              <a:t>を入力（スライドタイトル）</a:t>
            </a:r>
          </a:p>
        </p:txBody>
      </p:sp>
      <p:sp>
        <p:nvSpPr>
          <p:cNvPr id="6" name="タイトル 5"/>
          <p:cNvSpPr>
            <a:spLocks noGrp="1"/>
          </p:cNvSpPr>
          <p:nvPr>
            <p:ph type="title" hasCustomPrompt="1"/>
          </p:nvPr>
        </p:nvSpPr>
        <p:spPr bwMode="gray"/>
        <p:txBody>
          <a:bodyPr vert="horz"/>
          <a:lstStyle>
            <a:lvl1pPr>
              <a:defRPr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ja-JP" altLang="en-US" dirty="0"/>
              <a:t>キーメッセージを入力（本スライドで一番伝えたいこと＜名詞止め・体言止め不可＞）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89363007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（基本版） タイトルのみ_Header上_A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オブジェクト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9690201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スライド" r:id="rId3" imgW="563" imgH="564" progId="TCLayout.ActiveDocument.1">
                  <p:embed/>
                </p:oleObj>
              </mc:Choice>
              <mc:Fallback>
                <p:oleObj name="think-cellスライド" r:id="rId3" imgW="563" imgH="564" progId="TCLayout.ActiveDocument.1">
                  <p:embed/>
                  <p:pic>
                    <p:nvPicPr>
                      <p:cNvPr id="2" name="オブジェクト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フッター プレースホルダ 2"/>
          <p:cNvSpPr>
            <a:spLocks noGrp="1"/>
          </p:cNvSpPr>
          <p:nvPr>
            <p:ph type="ftr" sz="quarter" idx="10"/>
          </p:nvPr>
        </p:nvSpPr>
        <p:spPr bwMode="gray"/>
        <p:txBody>
          <a:bodyPr/>
          <a:lstStyle>
            <a:lvl1pPr>
              <a:defRPr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1pPr>
          </a:lstStyle>
          <a:p>
            <a:r>
              <a:rPr lang="en-GB" altLang="en-GB"/>
              <a:t>DT Template A4</a:t>
            </a:r>
            <a:endParaRPr lang="en-GB" altLang="en-GB" dirty="0"/>
          </a:p>
        </p:txBody>
      </p:sp>
      <p:sp>
        <p:nvSpPr>
          <p:cNvPr id="4" name="スライド番号プレースホルダ 3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>
            <a:lvl1pPr>
              <a:defRPr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1pPr>
          </a:lstStyle>
          <a:p>
            <a:fld id="{AA5FCFE5-FE56-4EF1-80A8-07776887C2A1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9" name="テキスト プレースホルダー 2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17000" y="180000"/>
            <a:ext cx="9072000" cy="360000"/>
          </a:xfrm>
          <a:prstGeom prst="rect">
            <a:avLst/>
          </a:prstGeom>
        </p:spPr>
        <p:txBody>
          <a:bodyPr wrap="none" anchor="t" anchorCtr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100" b="1" baseline="0">
                <a:solidFill>
                  <a:schemeClr val="tx1"/>
                </a:solidFill>
                <a:latin typeface="+mj-lt"/>
                <a:ea typeface="+mj-ea"/>
                <a:cs typeface="+mn-cs"/>
                <a:sym typeface="+mn-lt"/>
              </a:defRPr>
            </a:lvl1pPr>
          </a:lstStyle>
          <a:p>
            <a:pPr lvl="0"/>
            <a:r>
              <a:rPr kumimoji="1" lang="en-US" altLang="ja-JP" dirty="0"/>
              <a:t>Header</a:t>
            </a:r>
            <a:r>
              <a:rPr kumimoji="1" lang="ja-JP" altLang="en-US" dirty="0"/>
              <a:t>を入力（スライドタイトル）</a:t>
            </a:r>
          </a:p>
        </p:txBody>
      </p:sp>
      <p:sp>
        <p:nvSpPr>
          <p:cNvPr id="6" name="タイトル 5"/>
          <p:cNvSpPr>
            <a:spLocks noGrp="1"/>
          </p:cNvSpPr>
          <p:nvPr>
            <p:ph type="title" hasCustomPrompt="1"/>
          </p:nvPr>
        </p:nvSpPr>
        <p:spPr bwMode="gray">
          <a:xfrm>
            <a:off x="416496" y="684000"/>
            <a:ext cx="9072000" cy="615600"/>
          </a:xfrm>
        </p:spPr>
        <p:txBody>
          <a:bodyPr vert="horz" anchor="t"/>
          <a:lstStyle>
            <a:lvl1pPr>
              <a:defRPr sz="1800" b="0" baseline="0">
                <a:latin typeface="+mn-lt"/>
                <a:ea typeface="+mn-ea"/>
                <a:cs typeface="+mj-cs"/>
                <a:sym typeface="+mj-lt"/>
              </a:defRPr>
            </a:lvl1pPr>
          </a:lstStyle>
          <a:p>
            <a:r>
              <a:rPr lang="ja-JP" altLang="en-US" dirty="0"/>
              <a:t>キーメッセージを入力（本スライドで一番伝えたいこと＜名詞止め・体言止め不可＞）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791952206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（基本版） コンテンツ左サイド_レベル_A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オブジェクト 3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8939210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スライド" r:id="rId3" imgW="563" imgH="564" progId="TCLayout.ActiveDocument.1">
                  <p:embed/>
                </p:oleObj>
              </mc:Choice>
              <mc:Fallback>
                <p:oleObj name="think-cellスライド" r:id="rId3" imgW="563" imgH="564" progId="TCLayout.ActiveDocument.1">
                  <p:embed/>
                  <p:pic>
                    <p:nvPicPr>
                      <p:cNvPr id="4" name="オブジェクト 3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コンテンツ プレースホルダ 2"/>
          <p:cNvSpPr>
            <a:spLocks noGrp="1"/>
          </p:cNvSpPr>
          <p:nvPr>
            <p:ph idx="1"/>
          </p:nvPr>
        </p:nvSpPr>
        <p:spPr bwMode="gray">
          <a:xfrm>
            <a:off x="416496" y="1476000"/>
            <a:ext cx="4356000" cy="4824000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spcBef>
                <a:spcPts val="600"/>
              </a:spcBef>
              <a:buNone/>
              <a:defRPr sz="1200" baseline="0">
                <a:latin typeface="+mn-lt"/>
                <a:ea typeface="+mn-ea"/>
                <a:cs typeface="+mn-cs"/>
                <a:sym typeface="+mn-lt"/>
              </a:defRPr>
            </a:lvl1pPr>
            <a:lvl2pPr marL="180000" indent="-180000">
              <a:lnSpc>
                <a:spcPct val="110000"/>
              </a:lnSpc>
              <a:spcBef>
                <a:spcPts val="600"/>
              </a:spcBef>
              <a:buFont typeface="Wingdings" pitchFamily="2" charset="2"/>
              <a:buChar char="n"/>
              <a:defRPr sz="1200" baseline="0">
                <a:latin typeface="+mn-lt"/>
                <a:ea typeface="+mn-ea"/>
                <a:cs typeface="+mn-cs"/>
                <a:sym typeface="+mn-lt"/>
              </a:defRPr>
            </a:lvl2pPr>
            <a:lvl3pPr marL="360000" indent="-180000">
              <a:lnSpc>
                <a:spcPct val="110000"/>
              </a:lnSpc>
              <a:spcBef>
                <a:spcPts val="600"/>
              </a:spcBef>
              <a:buFont typeface="Wingdings" pitchFamily="2" charset="2"/>
              <a:buChar char="Ø"/>
              <a:defRPr sz="1200" baseline="0">
                <a:latin typeface="+mn-lt"/>
                <a:ea typeface="+mn-ea"/>
                <a:cs typeface="+mn-cs"/>
                <a:sym typeface="+mn-lt"/>
              </a:defRPr>
            </a:lvl3pPr>
            <a:lvl4pPr marL="504000" marR="0" indent="-144000" algn="l" defTabSz="989013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 sz="1200" baseline="0">
                <a:latin typeface="+mn-lt"/>
                <a:ea typeface="+mn-ea"/>
                <a:cs typeface="+mn-cs"/>
                <a:sym typeface="+mn-lt"/>
              </a:defRPr>
            </a:lvl4pPr>
            <a:lvl5pPr>
              <a:defRPr sz="120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 baseline="0"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1pPr>
          </a:lstStyle>
          <a:p>
            <a:fld id="{0822A2BF-4EE5-45F6-88E1-9AA10A8C672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8" name="フッター プレースホルダ 7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>
            <a:lvl1pPr>
              <a:defRPr baseline="0"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1pPr>
          </a:lstStyle>
          <a:p>
            <a:r>
              <a:rPr lang="en-GB" altLang="en-GB"/>
              <a:t>DT Template A4</a:t>
            </a:r>
            <a:endParaRPr lang="en-GB" altLang="en-GB" dirty="0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416496" y="1008000"/>
            <a:ext cx="4356000" cy="468000"/>
          </a:xfrm>
          <a:prstGeom prst="rect">
            <a:avLst/>
          </a:prstGeom>
        </p:spPr>
        <p:txBody>
          <a:bodyPr wrap="none" anchor="ctr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600" b="1" baseline="0">
                <a:solidFill>
                  <a:schemeClr val="accent1"/>
                </a:solidFill>
                <a:latin typeface="+mn-lt"/>
                <a:ea typeface="+mn-ea"/>
                <a:cs typeface="+mn-cs"/>
                <a:sym typeface="+mn-lt"/>
              </a:defRPr>
            </a:lvl1pPr>
          </a:lstStyle>
          <a:p>
            <a:pPr lvl="0"/>
            <a:r>
              <a:rPr kumimoji="1" lang="en-US" altLang="ja-JP" dirty="0"/>
              <a:t>Header</a:t>
            </a:r>
            <a:r>
              <a:rPr kumimoji="1" lang="ja-JP" altLang="en-US" dirty="0"/>
              <a:t>を入力（スライドタイトル）</a:t>
            </a:r>
          </a:p>
        </p:txBody>
      </p:sp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 bwMode="gray"/>
        <p:txBody>
          <a:bodyPr vert="horz"/>
          <a:lstStyle>
            <a:lvl1pPr>
              <a:defRPr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ja-JP" altLang="en-US" dirty="0"/>
              <a:t>キーメッセージを入力（本スライドで一番伝えたいこと＜名詞止め・体言止め不可＞）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25068821"/>
      </p:ext>
    </p:extLst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（基本版） コンテンツ両サイド_レベル_A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オブジェクト 3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3219000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スライド" r:id="rId3" imgW="563" imgH="564" progId="TCLayout.ActiveDocument.1">
                  <p:embed/>
                </p:oleObj>
              </mc:Choice>
              <mc:Fallback>
                <p:oleObj name="think-cellスライド" r:id="rId3" imgW="563" imgH="564" progId="TCLayout.ActiveDocument.1">
                  <p:embed/>
                  <p:pic>
                    <p:nvPicPr>
                      <p:cNvPr id="4" name="オブジェクト 3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コンテンツ プレースホルダ 2"/>
          <p:cNvSpPr>
            <a:spLocks noGrp="1"/>
          </p:cNvSpPr>
          <p:nvPr>
            <p:ph idx="1"/>
          </p:nvPr>
        </p:nvSpPr>
        <p:spPr bwMode="gray">
          <a:xfrm>
            <a:off x="416496" y="1476000"/>
            <a:ext cx="4356000" cy="4824000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spcBef>
                <a:spcPts val="600"/>
              </a:spcBef>
              <a:buNone/>
              <a:defRPr sz="1200" baseline="0">
                <a:latin typeface="+mn-lt"/>
                <a:ea typeface="+mn-ea"/>
                <a:cs typeface="+mn-cs"/>
                <a:sym typeface="+mn-lt"/>
              </a:defRPr>
            </a:lvl1pPr>
            <a:lvl2pPr marL="180000" indent="-180000">
              <a:lnSpc>
                <a:spcPct val="110000"/>
              </a:lnSpc>
              <a:spcBef>
                <a:spcPts val="600"/>
              </a:spcBef>
              <a:buFont typeface="Wingdings" pitchFamily="2" charset="2"/>
              <a:buChar char="n"/>
              <a:defRPr sz="1200" baseline="0">
                <a:latin typeface="+mn-lt"/>
                <a:ea typeface="+mn-ea"/>
                <a:cs typeface="+mn-cs"/>
                <a:sym typeface="+mn-lt"/>
              </a:defRPr>
            </a:lvl2pPr>
            <a:lvl3pPr marL="360000" indent="-180000">
              <a:lnSpc>
                <a:spcPct val="110000"/>
              </a:lnSpc>
              <a:spcBef>
                <a:spcPts val="600"/>
              </a:spcBef>
              <a:buFont typeface="Wingdings" pitchFamily="2" charset="2"/>
              <a:buChar char="Ø"/>
              <a:defRPr sz="1200" baseline="0">
                <a:latin typeface="+mn-lt"/>
                <a:ea typeface="+mn-ea"/>
                <a:cs typeface="+mn-cs"/>
                <a:sym typeface="+mn-lt"/>
              </a:defRPr>
            </a:lvl3pPr>
            <a:lvl4pPr marL="504000" marR="0" indent="-144000" algn="l" defTabSz="989013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 sz="1200" baseline="0">
                <a:latin typeface="+mn-lt"/>
                <a:ea typeface="+mn-ea"/>
                <a:cs typeface="+mn-cs"/>
                <a:sym typeface="+mn-lt"/>
              </a:defRPr>
            </a:lvl4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</p:txBody>
      </p:sp>
      <p:sp>
        <p:nvSpPr>
          <p:cNvPr id="9" name="コンテンツ プレースホルダ 2"/>
          <p:cNvSpPr>
            <a:spLocks noGrp="1"/>
          </p:cNvSpPr>
          <p:nvPr>
            <p:ph idx="12"/>
          </p:nvPr>
        </p:nvSpPr>
        <p:spPr bwMode="gray">
          <a:xfrm>
            <a:off x="5132388" y="1476000"/>
            <a:ext cx="4356000" cy="4824000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spcBef>
                <a:spcPts val="600"/>
              </a:spcBef>
              <a:buNone/>
              <a:defRPr sz="1200" baseline="0">
                <a:latin typeface="+mn-lt"/>
                <a:ea typeface="+mn-ea"/>
                <a:cs typeface="+mn-cs"/>
                <a:sym typeface="+mn-lt"/>
              </a:defRPr>
            </a:lvl1pPr>
            <a:lvl2pPr marL="180000" indent="-180000">
              <a:lnSpc>
                <a:spcPct val="110000"/>
              </a:lnSpc>
              <a:spcBef>
                <a:spcPts val="600"/>
              </a:spcBef>
              <a:buFont typeface="Wingdings" pitchFamily="2" charset="2"/>
              <a:buChar char="n"/>
              <a:defRPr sz="1200" baseline="0">
                <a:latin typeface="+mn-lt"/>
                <a:ea typeface="+mn-ea"/>
                <a:cs typeface="+mn-cs"/>
                <a:sym typeface="+mn-lt"/>
              </a:defRPr>
            </a:lvl2pPr>
            <a:lvl3pPr marL="360000" indent="-180000">
              <a:lnSpc>
                <a:spcPct val="110000"/>
              </a:lnSpc>
              <a:spcBef>
                <a:spcPts val="600"/>
              </a:spcBef>
              <a:buFont typeface="Wingdings" pitchFamily="2" charset="2"/>
              <a:buChar char="Ø"/>
              <a:defRPr sz="1200" baseline="0">
                <a:latin typeface="+mn-lt"/>
                <a:ea typeface="+mn-ea"/>
                <a:cs typeface="+mn-cs"/>
                <a:sym typeface="+mn-lt"/>
              </a:defRPr>
            </a:lvl3pPr>
            <a:lvl4pPr marL="504000" indent="-144000">
              <a:lnSpc>
                <a:spcPct val="110000"/>
              </a:lnSpc>
              <a:spcBef>
                <a:spcPts val="600"/>
              </a:spcBef>
              <a:buFont typeface="Arial" pitchFamily="34" charset="0"/>
              <a:buChar char="•"/>
              <a:defRPr sz="1200" baseline="0">
                <a:latin typeface="+mn-lt"/>
                <a:ea typeface="+mn-ea"/>
                <a:cs typeface="+mn-cs"/>
                <a:sym typeface="+mn-lt"/>
              </a:defRPr>
            </a:lvl4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</p:txBody>
      </p:sp>
      <p:sp>
        <p:nvSpPr>
          <p:cNvPr id="10" name="スライド番号プレースホルダ 9"/>
          <p:cNvSpPr>
            <a:spLocks noGrp="1"/>
          </p:cNvSpPr>
          <p:nvPr>
            <p:ph type="sldNum" sz="quarter" idx="13"/>
          </p:nvPr>
        </p:nvSpPr>
        <p:spPr bwMode="gray"/>
        <p:txBody>
          <a:bodyPr/>
          <a:lstStyle>
            <a:lvl1pPr>
              <a:defRPr baseline="0"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1pPr>
          </a:lstStyle>
          <a:p>
            <a:fld id="{A3EB1B23-9AF8-425B-BAD7-B9FA00F18833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11" name="フッター プレースホルダ 10"/>
          <p:cNvSpPr>
            <a:spLocks noGrp="1"/>
          </p:cNvSpPr>
          <p:nvPr>
            <p:ph type="ftr" sz="quarter" idx="14"/>
          </p:nvPr>
        </p:nvSpPr>
        <p:spPr bwMode="gray"/>
        <p:txBody>
          <a:bodyPr/>
          <a:lstStyle>
            <a:lvl1pPr>
              <a:defRPr baseline="0"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1pPr>
          </a:lstStyle>
          <a:p>
            <a:r>
              <a:rPr lang="en-GB" altLang="en-GB"/>
              <a:t>DT Template A4</a:t>
            </a:r>
            <a:endParaRPr lang="en-GB" altLang="en-GB" dirty="0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16496" y="1008000"/>
            <a:ext cx="4356000" cy="468000"/>
          </a:xfrm>
          <a:prstGeom prst="rect">
            <a:avLst/>
          </a:prstGeom>
        </p:spPr>
        <p:txBody>
          <a:bodyPr wrap="none" anchor="ctr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600" b="1" baseline="0">
                <a:solidFill>
                  <a:schemeClr val="accent1"/>
                </a:solidFill>
                <a:latin typeface="+mn-lt"/>
                <a:ea typeface="+mn-ea"/>
                <a:cs typeface="+mn-cs"/>
                <a:sym typeface="+mn-lt"/>
              </a:defRPr>
            </a:lvl1pPr>
          </a:lstStyle>
          <a:p>
            <a:pPr lvl="0"/>
            <a:r>
              <a:rPr kumimoji="1" lang="en-US" altLang="ja-JP" dirty="0"/>
              <a:t>Header</a:t>
            </a:r>
            <a:r>
              <a:rPr kumimoji="1" lang="ja-JP" altLang="en-US" dirty="0"/>
              <a:t>を入力（スライドタイトル）</a:t>
            </a:r>
          </a:p>
        </p:txBody>
      </p:sp>
      <p:sp>
        <p:nvSpPr>
          <p:cNvPr id="13" name="テキスト プレースホルダー 2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5132388" y="1008000"/>
            <a:ext cx="4356000" cy="468000"/>
          </a:xfrm>
          <a:prstGeom prst="rect">
            <a:avLst/>
          </a:prstGeom>
        </p:spPr>
        <p:txBody>
          <a:bodyPr wrap="none" anchor="ctr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600" b="1" baseline="0">
                <a:solidFill>
                  <a:schemeClr val="accent1"/>
                </a:solidFill>
                <a:latin typeface="+mn-lt"/>
                <a:ea typeface="+mn-ea"/>
                <a:cs typeface="+mn-cs"/>
                <a:sym typeface="+mn-lt"/>
              </a:defRPr>
            </a:lvl1pPr>
          </a:lstStyle>
          <a:p>
            <a:pPr lvl="0"/>
            <a:r>
              <a:rPr kumimoji="1" lang="en-US" altLang="ja-JP" dirty="0"/>
              <a:t>Header</a:t>
            </a:r>
            <a:r>
              <a:rPr kumimoji="1" lang="ja-JP" altLang="en-US" dirty="0"/>
              <a:t>を入力（スライドタイトル）</a:t>
            </a:r>
          </a:p>
        </p:txBody>
      </p:sp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 bwMode="gray"/>
        <p:txBody>
          <a:bodyPr vert="horz"/>
          <a:lstStyle>
            <a:lvl1pPr>
              <a:defRPr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ja-JP" altLang="en-US" dirty="0"/>
              <a:t>キーメッセージを入力（本スライドで一番伝えたいこと＜名詞止め・体言止め不可＞）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84938550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（基本版） コンテンツ全面_レベル_A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オブジェクト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3781059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スライド" r:id="rId3" imgW="563" imgH="564" progId="TCLayout.ActiveDocument.1">
                  <p:embed/>
                </p:oleObj>
              </mc:Choice>
              <mc:Fallback>
                <p:oleObj name="think-cellスライド" r:id="rId3" imgW="563" imgH="564" progId="TCLayout.ActiveDocument.1">
                  <p:embed/>
                  <p:pic>
                    <p:nvPicPr>
                      <p:cNvPr id="2" name="オブジェクト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コンテンツ プレースホルダ 2"/>
          <p:cNvSpPr>
            <a:spLocks noGrp="1"/>
          </p:cNvSpPr>
          <p:nvPr>
            <p:ph idx="1"/>
          </p:nvPr>
        </p:nvSpPr>
        <p:spPr bwMode="gray">
          <a:xfrm>
            <a:off x="416999" y="1476000"/>
            <a:ext cx="9072000" cy="4824000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spcBef>
                <a:spcPts val="600"/>
              </a:spcBef>
              <a:buFont typeface="Arial" pitchFamily="34" charset="0"/>
              <a:buNone/>
              <a:defRPr sz="1200" baseline="0">
                <a:latin typeface="+mn-lt"/>
                <a:ea typeface="+mn-ea"/>
                <a:cs typeface="+mn-cs"/>
                <a:sym typeface="+mn-lt"/>
              </a:defRPr>
            </a:lvl1pPr>
            <a:lvl2pPr marL="180000" indent="-180000">
              <a:lnSpc>
                <a:spcPct val="110000"/>
              </a:lnSpc>
              <a:spcBef>
                <a:spcPts val="600"/>
              </a:spcBef>
              <a:buFont typeface="Wingdings" pitchFamily="2" charset="2"/>
              <a:buChar char="n"/>
              <a:defRPr sz="1200" baseline="0">
                <a:latin typeface="+mn-lt"/>
                <a:ea typeface="+mn-ea"/>
                <a:cs typeface="+mn-cs"/>
                <a:sym typeface="+mn-lt"/>
              </a:defRPr>
            </a:lvl2pPr>
            <a:lvl3pPr marL="360000" indent="-180000">
              <a:lnSpc>
                <a:spcPct val="110000"/>
              </a:lnSpc>
              <a:spcBef>
                <a:spcPts val="600"/>
              </a:spcBef>
              <a:buFont typeface="Wingdings" pitchFamily="2" charset="2"/>
              <a:buChar char="Ø"/>
              <a:defRPr sz="1200" baseline="0">
                <a:latin typeface="+mn-lt"/>
                <a:ea typeface="+mn-ea"/>
                <a:cs typeface="+mn-cs"/>
                <a:sym typeface="+mn-lt"/>
              </a:defRPr>
            </a:lvl3pPr>
            <a:lvl4pPr marL="504000" indent="-144000">
              <a:lnSpc>
                <a:spcPct val="110000"/>
              </a:lnSpc>
              <a:spcBef>
                <a:spcPts val="600"/>
              </a:spcBef>
              <a:buFont typeface="Arial" pitchFamily="34" charset="0"/>
              <a:buChar char="•"/>
              <a:defRPr sz="1200" baseline="0">
                <a:latin typeface="+mn-lt"/>
                <a:ea typeface="+mn-ea"/>
                <a:cs typeface="+mn-cs"/>
                <a:sym typeface="+mn-lt"/>
              </a:defRPr>
            </a:lvl4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</p:txBody>
      </p:sp>
      <p:sp>
        <p:nvSpPr>
          <p:cNvPr id="9" name="スライド番号プレースホルダ 8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 baseline="0"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1pPr>
          </a:lstStyle>
          <a:p>
            <a:fld id="{543A0986-838B-4D2A-A95C-8CB1738263FE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10" name="フッター プレースホルダ 9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>
            <a:lvl1pPr>
              <a:defRPr baseline="0"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1pPr>
          </a:lstStyle>
          <a:p>
            <a:r>
              <a:rPr lang="en-GB" altLang="en-GB"/>
              <a:t>DT Template A4</a:t>
            </a:r>
            <a:endParaRPr lang="en-GB" altLang="en-GB" dirty="0"/>
          </a:p>
        </p:txBody>
      </p:sp>
      <p:sp>
        <p:nvSpPr>
          <p:cNvPr id="8" name="テキスト プレースホルダー 2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16496" y="1008000"/>
            <a:ext cx="4356000" cy="468000"/>
          </a:xfrm>
          <a:prstGeom prst="rect">
            <a:avLst/>
          </a:prstGeom>
        </p:spPr>
        <p:txBody>
          <a:bodyPr wrap="none" anchor="ctr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600" b="1" baseline="0">
                <a:solidFill>
                  <a:schemeClr val="accent1"/>
                </a:solidFill>
                <a:latin typeface="+mn-lt"/>
                <a:ea typeface="+mn-ea"/>
                <a:cs typeface="+mn-cs"/>
                <a:sym typeface="+mn-lt"/>
              </a:defRPr>
            </a:lvl1pPr>
          </a:lstStyle>
          <a:p>
            <a:pPr lvl="0"/>
            <a:r>
              <a:rPr kumimoji="1" lang="en-US" altLang="ja-JP" dirty="0"/>
              <a:t>Header</a:t>
            </a:r>
            <a:r>
              <a:rPr kumimoji="1" lang="ja-JP" altLang="en-US" dirty="0"/>
              <a:t>を入力（スライドタイトル）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 hasCustomPrompt="1"/>
          </p:nvPr>
        </p:nvSpPr>
        <p:spPr bwMode="gray"/>
        <p:txBody>
          <a:bodyPr vert="horz"/>
          <a:lstStyle>
            <a:lvl1pPr>
              <a:defRPr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ja-JP" altLang="en-US" dirty="0"/>
              <a:t>キーメッセージを入力（本スライドで一番伝えたいこと＜名詞止め・体言止め不可＞）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383826657"/>
      </p:ext>
    </p:extLst>
  </p:cSld>
  <p:clrMapOvr>
    <a:masterClrMapping/>
  </p:clrMapOvr>
  <p:hf hd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（基本版）背表紙_白_A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オブジェクト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69854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スライド" r:id="rId3" imgW="563" imgH="564" progId="TCLayout.ActiveDocument.1">
                  <p:embed/>
                </p:oleObj>
              </mc:Choice>
              <mc:Fallback>
                <p:oleObj name="think-cellスライド" r:id="rId3" imgW="563" imgH="564" progId="TCLayout.ActiveDocument.1">
                  <p:embed/>
                  <p:pic>
                    <p:nvPicPr>
                      <p:cNvPr id="2" name="オブジェクト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03F3504-9539-4146-B3C1-F25407A51609}"/>
              </a:ext>
            </a:extLst>
          </p:cNvPr>
          <p:cNvSpPr txBox="1"/>
          <p:nvPr userDrawn="1"/>
        </p:nvSpPr>
        <p:spPr bwMode="gray">
          <a:xfrm>
            <a:off x="8041197" y="6517421"/>
            <a:ext cx="1402628" cy="25648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ts val="950"/>
              </a:lnSpc>
            </a:pPr>
            <a:r>
              <a:rPr kumimoji="1" lang="en-US" altLang="ja-JP" sz="800" dirty="0">
                <a:latin typeface="+mn-lt"/>
                <a:cs typeface="+mn-cs"/>
                <a:sym typeface="+mn-lt"/>
              </a:rPr>
              <a:t>Member of</a:t>
            </a:r>
            <a:br>
              <a:rPr kumimoji="1" lang="en-US" altLang="ja-JP" sz="800" dirty="0">
                <a:latin typeface="+mn-lt"/>
                <a:cs typeface="+mn-cs"/>
                <a:sym typeface="+mn-lt"/>
              </a:rPr>
            </a:br>
            <a:r>
              <a:rPr kumimoji="1" lang="en-US" altLang="ja-JP" sz="800" b="1" dirty="0">
                <a:latin typeface="+mn-lt"/>
                <a:cs typeface="+mn-cs"/>
                <a:sym typeface="+mn-lt"/>
              </a:rPr>
              <a:t>Deloitte Touche Tohmatsu Limited</a:t>
            </a:r>
            <a:endParaRPr kumimoji="1" lang="ja-JP" altLang="en-US" sz="800" b="1" dirty="0">
              <a:latin typeface="+mn-lt"/>
              <a:cs typeface="+mn-cs"/>
              <a:sym typeface="+mn-lt"/>
            </a:endParaRPr>
          </a:p>
        </p:txBody>
      </p:sp>
      <p:sp>
        <p:nvSpPr>
          <p:cNvPr id="14" name="テキスト プレースホルダー 13">
            <a:extLst>
              <a:ext uri="{FF2B5EF4-FFF2-40B4-BE49-F238E27FC236}">
                <a16:creationId xmlns:a16="http://schemas.microsoft.com/office/drawing/2014/main" id="{4D4831B1-A04A-42C3-BD52-942B25744B6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gray">
          <a:xfrm>
            <a:off x="417600" y="6336000"/>
            <a:ext cx="7020000" cy="127856"/>
          </a:xfrm>
        </p:spPr>
        <p:txBody>
          <a:bodyPr anchor="b" anchorCtr="0">
            <a:spAutoFit/>
          </a:bodyPr>
          <a:lstStyle>
            <a:lvl1pPr>
              <a:defRPr sz="800">
                <a:cs typeface="+mn-cs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7F14F7E8-2C42-4BD2-8B4C-7C658763AB7B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417600" y="432000"/>
            <a:ext cx="1872000" cy="587972"/>
          </a:xfrm>
          <a:prstGeom prst="rect">
            <a:avLst/>
          </a:prstGeom>
        </p:spPr>
      </p:pic>
      <p:sp>
        <p:nvSpPr>
          <p:cNvPr id="8" name="Text Box 37">
            <a:extLst>
              <a:ext uri="{FF2B5EF4-FFF2-40B4-BE49-F238E27FC236}">
                <a16:creationId xmlns:a16="http://schemas.microsoft.com/office/drawing/2014/main" id="{D6BA3D81-CAD1-43DC-A531-54F7C4DC8DF8}"/>
              </a:ext>
            </a:extLst>
          </p:cNvPr>
          <p:cNvSpPr txBox="1">
            <a:spLocks noChangeArrowheads="1"/>
          </p:cNvSpPr>
          <p:nvPr userDrawn="1"/>
        </p:nvSpPr>
        <p:spPr bwMode="gray">
          <a:xfrm>
            <a:off x="417600" y="6588000"/>
            <a:ext cx="4356000" cy="169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 anchorCtr="0">
            <a:noAutofit/>
          </a:bodyPr>
          <a:lstStyle/>
          <a:p>
            <a:pPr algn="l" rtl="0" eaLnBrk="0" fontAlgn="base" hangingPunct="0">
              <a:spcBef>
                <a:spcPct val="50000"/>
              </a:spcBef>
              <a:spcAft>
                <a:spcPct val="0"/>
              </a:spcAft>
            </a:pPr>
            <a:r>
              <a:rPr lang="en-US" altLang="ja-JP" sz="800" kern="1200" dirty="0"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rPr>
              <a:t>© 2022. For information, contact Deloitte Tohmatsu Group.</a:t>
            </a:r>
          </a:p>
        </p:txBody>
      </p:sp>
      <p:pic>
        <p:nvPicPr>
          <p:cNvPr id="4" name="図 3" descr="ロゴ, 会社名&#10;&#10;自動的に生成された説明">
            <a:extLst>
              <a:ext uri="{FF2B5EF4-FFF2-40B4-BE49-F238E27FC236}">
                <a16:creationId xmlns:a16="http://schemas.microsoft.com/office/drawing/2014/main" id="{784D5B73-DF9C-49AC-94A2-96EF6F33C255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 bwMode="gray">
          <a:xfrm>
            <a:off x="8050925" y="5472502"/>
            <a:ext cx="1440000" cy="873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093057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（基本版）背表紙_白_トーマツロゴ_A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オブジェクト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415864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スライド" r:id="rId3" imgW="563" imgH="564" progId="TCLayout.ActiveDocument.1">
                  <p:embed/>
                </p:oleObj>
              </mc:Choice>
              <mc:Fallback>
                <p:oleObj name="think-cellスライド" r:id="rId3" imgW="563" imgH="564" progId="TCLayout.ActiveDocument.1">
                  <p:embed/>
                  <p:pic>
                    <p:nvPicPr>
                      <p:cNvPr id="2" name="オブジェクト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03F3504-9539-4146-B3C1-F25407A51609}"/>
              </a:ext>
            </a:extLst>
          </p:cNvPr>
          <p:cNvSpPr txBox="1"/>
          <p:nvPr userDrawn="1"/>
        </p:nvSpPr>
        <p:spPr bwMode="gray">
          <a:xfrm>
            <a:off x="8041197" y="6517421"/>
            <a:ext cx="1402628" cy="25648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ts val="950"/>
              </a:lnSpc>
            </a:pPr>
            <a:r>
              <a:rPr kumimoji="1" lang="en-US" altLang="ja-JP" sz="800" dirty="0">
                <a:latin typeface="+mn-lt"/>
                <a:cs typeface="+mn-cs"/>
                <a:sym typeface="+mn-lt"/>
              </a:rPr>
              <a:t>Member of</a:t>
            </a:r>
            <a:br>
              <a:rPr kumimoji="1" lang="en-US" altLang="ja-JP" sz="800" dirty="0">
                <a:latin typeface="+mn-lt"/>
                <a:cs typeface="+mn-cs"/>
                <a:sym typeface="+mn-lt"/>
              </a:rPr>
            </a:br>
            <a:r>
              <a:rPr kumimoji="1" lang="en-US" altLang="ja-JP" sz="800" b="1" dirty="0">
                <a:latin typeface="+mn-lt"/>
                <a:cs typeface="+mn-cs"/>
                <a:sym typeface="+mn-lt"/>
              </a:rPr>
              <a:t>Deloitte Touche Tohmatsu Limited</a:t>
            </a:r>
            <a:endParaRPr kumimoji="1" lang="ja-JP" altLang="en-US" sz="800" b="1" dirty="0">
              <a:latin typeface="+mn-lt"/>
              <a:cs typeface="+mn-cs"/>
              <a:sym typeface="+mn-lt"/>
            </a:endParaRPr>
          </a:p>
        </p:txBody>
      </p:sp>
      <p:sp>
        <p:nvSpPr>
          <p:cNvPr id="10" name="テキスト プレースホルダー 13">
            <a:extLst>
              <a:ext uri="{FF2B5EF4-FFF2-40B4-BE49-F238E27FC236}">
                <a16:creationId xmlns:a16="http://schemas.microsoft.com/office/drawing/2014/main" id="{8D7302B4-C3B2-43C1-A9E9-2DFB590FF1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gray">
          <a:xfrm>
            <a:off x="417600" y="6336000"/>
            <a:ext cx="7020000" cy="127856"/>
          </a:xfrm>
        </p:spPr>
        <p:txBody>
          <a:bodyPr anchor="b" anchorCtr="0">
            <a:spAutoFit/>
          </a:bodyPr>
          <a:lstStyle>
            <a:lvl1pPr>
              <a:defRPr sz="800">
                <a:cs typeface="+mn-cs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881D215A-DF31-4FC4-A706-4B6A3613D03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gray">
          <a:xfrm>
            <a:off x="416496" y="431005"/>
            <a:ext cx="3447786" cy="586800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Text Box 37">
            <a:extLst>
              <a:ext uri="{FF2B5EF4-FFF2-40B4-BE49-F238E27FC236}">
                <a16:creationId xmlns:a16="http://schemas.microsoft.com/office/drawing/2014/main" id="{5FB43949-A16F-4CF9-89FA-2868A80FA4F7}"/>
              </a:ext>
            </a:extLst>
          </p:cNvPr>
          <p:cNvSpPr txBox="1">
            <a:spLocks noChangeArrowheads="1"/>
          </p:cNvSpPr>
          <p:nvPr userDrawn="1"/>
        </p:nvSpPr>
        <p:spPr bwMode="gray">
          <a:xfrm>
            <a:off x="417600" y="6588000"/>
            <a:ext cx="4356000" cy="169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 anchorCtr="0">
            <a:noAutofit/>
          </a:bodyPr>
          <a:lstStyle/>
          <a:p>
            <a:pPr algn="l" rtl="0" eaLnBrk="0" fontAlgn="base" hangingPunct="0">
              <a:spcBef>
                <a:spcPct val="50000"/>
              </a:spcBef>
              <a:spcAft>
                <a:spcPct val="0"/>
              </a:spcAft>
            </a:pPr>
            <a:r>
              <a:rPr lang="en-US" altLang="ja-JP" sz="800" kern="1200" dirty="0"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rPr>
              <a:t>© 2022. For information, contact Deloitte Tohmatsu Group.</a:t>
            </a:r>
          </a:p>
        </p:txBody>
      </p:sp>
      <p:pic>
        <p:nvPicPr>
          <p:cNvPr id="12" name="図 11" descr="ロゴ, 会社名&#10;&#10;自動的に生成された説明">
            <a:extLst>
              <a:ext uri="{FF2B5EF4-FFF2-40B4-BE49-F238E27FC236}">
                <a16:creationId xmlns:a16="http://schemas.microsoft.com/office/drawing/2014/main" id="{4770B572-0E41-4F38-9C69-20D76FA470A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 bwMode="gray">
          <a:xfrm>
            <a:off x="8050925" y="5472502"/>
            <a:ext cx="1440000" cy="873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669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（補足版） タイトルのみ_A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オブジェクト 5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4004013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スライド" r:id="rId3" imgW="563" imgH="564" progId="TCLayout.ActiveDocument.1">
                  <p:embed/>
                </p:oleObj>
              </mc:Choice>
              <mc:Fallback>
                <p:oleObj name="think-cell スライド" r:id="rId3" imgW="563" imgH="564" progId="TCLayout.ActiveDocument.1">
                  <p:embed/>
                  <p:pic>
                    <p:nvPicPr>
                      <p:cNvPr id="6" name="オブジェクト 5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スライド番号プレースホルダ 3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>
            <a:lvl1pPr>
              <a:defRPr baseline="0"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1pPr>
          </a:lstStyle>
          <a:p>
            <a:fld id="{56E56C22-CD92-4A50-AAD1-E2171E0619BD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5" name="テキスト プレースホルダ 5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17000" y="1009580"/>
            <a:ext cx="9072000" cy="468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spcBef>
                <a:spcPts val="0"/>
              </a:spcBef>
              <a:defRPr sz="1400" baseline="0"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1pPr>
          </a:lstStyle>
          <a:p>
            <a:pPr lvl="0"/>
            <a:r>
              <a:rPr kumimoji="1" lang="ja-JP" altLang="en-US" dirty="0"/>
              <a:t>補足文を入力（キーメッセージを補足する内容＜</a:t>
            </a:r>
            <a:r>
              <a:rPr kumimoji="1" lang="en-US" altLang="ja-JP" dirty="0"/>
              <a:t>2</a:t>
            </a:r>
            <a:r>
              <a:rPr kumimoji="1" lang="ja-JP" altLang="en-US" dirty="0"/>
              <a:t>行以内＞）</a:t>
            </a:r>
          </a:p>
        </p:txBody>
      </p:sp>
      <p:sp>
        <p:nvSpPr>
          <p:cNvPr id="8" name="テキスト プレースホルダー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17000" y="1476000"/>
            <a:ext cx="4356000" cy="468000"/>
          </a:xfrm>
          <a:prstGeom prst="rect">
            <a:avLst/>
          </a:prstGeom>
        </p:spPr>
        <p:txBody>
          <a:bodyPr wrap="none" anchor="ctr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600" b="1" baseline="0">
                <a:solidFill>
                  <a:schemeClr val="accent1"/>
                </a:solidFill>
                <a:latin typeface="+mn-lt"/>
                <a:ea typeface="+mn-ea"/>
                <a:cs typeface="+mn-cs"/>
                <a:sym typeface="+mn-lt"/>
              </a:defRPr>
            </a:lvl1pPr>
          </a:lstStyle>
          <a:p>
            <a:pPr lvl="0"/>
            <a:r>
              <a:rPr kumimoji="1" lang="en-US" altLang="ja-JP" dirty="0"/>
              <a:t>Header</a:t>
            </a:r>
            <a:r>
              <a:rPr kumimoji="1" lang="ja-JP" altLang="en-US" dirty="0"/>
              <a:t>を入力（スライドタイトル）</a:t>
            </a:r>
          </a:p>
        </p:txBody>
      </p:sp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 bwMode="gray"/>
        <p:txBody>
          <a:bodyPr vert="horz"/>
          <a:lstStyle>
            <a:lvl1pPr>
              <a:defRPr>
                <a:latin typeface="+mj-lt"/>
                <a:ea typeface="+mj-ea"/>
                <a:cs typeface="+mj-cs"/>
                <a:sym typeface="+mj-lt"/>
              </a:defRPr>
            </a:lvl1pPr>
          </a:lstStyle>
          <a:p>
            <a:r>
              <a:rPr lang="ja-JP" altLang="en-US" noProof="0" dirty="0"/>
              <a:t>キーメッセージを入力（本スライドで一番伝えたいこと＜名詞止め・体言止め不可＞）</a:t>
            </a:r>
            <a:endParaRPr kumimoji="1" lang="ja-JP" altLang="en-US" dirty="0"/>
          </a:p>
        </p:txBody>
      </p:sp>
      <p:sp>
        <p:nvSpPr>
          <p:cNvPr id="3" name="フッター プレースホルダ 8">
            <a:extLst>
              <a:ext uri="{FF2B5EF4-FFF2-40B4-BE49-F238E27FC236}">
                <a16:creationId xmlns:a16="http://schemas.microsoft.com/office/drawing/2014/main" id="{9D793F40-DEBC-686F-D832-D95E8253BB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705600" y="6594439"/>
            <a:ext cx="4068000" cy="1692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900"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1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1" lang="ja-JP" altLang="en-US"/>
              <a:t>令和７年度みやざき</a:t>
            </a:r>
            <a:r>
              <a:rPr kumimoji="1" lang="en-US" altLang="ja-JP"/>
              <a:t>DX</a:t>
            </a:r>
            <a:r>
              <a:rPr kumimoji="1" lang="ja-JP" altLang="en-US"/>
              <a:t>推進モデル企業創出事業　企画提案書</a:t>
            </a:r>
            <a:endParaRPr kumimoji="1" lang="en-GB" altLang="en-GB" dirty="0"/>
          </a:p>
        </p:txBody>
      </p:sp>
    </p:spTree>
    <p:extLst>
      <p:ext uri="{BB962C8B-B14F-4D97-AF65-F5344CB8AC3E}">
        <p14:creationId xmlns:p14="http://schemas.microsoft.com/office/powerpoint/2010/main" val="5382916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6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2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オブジェクト 3" hidden="1"/>
          <p:cNvGraphicFramePr>
            <a:graphicFrameLocks noChangeAspect="1"/>
          </p:cNvGraphicFramePr>
          <p:nvPr userDrawn="1">
            <p:custDataLst>
              <p:tags r:id="rId15"/>
            </p:custDataLst>
            <p:extLst>
              <p:ext uri="{D42A27DB-BD31-4B8C-83A1-F6EECF244321}">
                <p14:modId xmlns:p14="http://schemas.microsoft.com/office/powerpoint/2010/main" val="14359238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スライド" r:id="rId16" imgW="563" imgH="564" progId="TCLayout.ActiveDocument.1">
                  <p:embed/>
                </p:oleObj>
              </mc:Choice>
              <mc:Fallback>
                <p:oleObj name="think-cellスライド" r:id="rId16" imgW="563" imgH="564" progId="TCLayout.ActiveDocument.1">
                  <p:embed/>
                  <p:pic>
                    <p:nvPicPr>
                      <p:cNvPr id="4" name="オブジェクト 3" hidden="1"/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417000" y="180000"/>
            <a:ext cx="9072000" cy="6156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/>
          <a:p>
            <a:r>
              <a:rPr lang="ja-JP" altLang="en-US" noProof="0" dirty="0"/>
              <a:t>キーメッセージを入力（本スライドで一番伝えたいこと＜名詞止め・体言止め不可＞）</a:t>
            </a:r>
            <a:endParaRPr lang="en-US" noProof="0" dirty="0"/>
          </a:p>
        </p:txBody>
      </p:sp>
      <p:sp>
        <p:nvSpPr>
          <p:cNvPr id="8" name="フッター プレースホルダ 8"/>
          <p:cNvSpPr>
            <a:spLocks noGrp="1"/>
          </p:cNvSpPr>
          <p:nvPr>
            <p:ph type="ftr" sz="quarter" idx="3"/>
          </p:nvPr>
        </p:nvSpPr>
        <p:spPr bwMode="gray">
          <a:xfrm>
            <a:off x="705600" y="6588000"/>
            <a:ext cx="4068000" cy="1692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900"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1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1" lang="en-GB" altLang="en-GB"/>
              <a:t>DT Template A4</a:t>
            </a:r>
            <a:endParaRPr kumimoji="1" lang="en-GB" altLang="en-GB" dirty="0"/>
          </a:p>
        </p:txBody>
      </p:sp>
      <p:sp>
        <p:nvSpPr>
          <p:cNvPr id="9" name="スライド番号プレースホルダ 9"/>
          <p:cNvSpPr>
            <a:spLocks noGrp="1"/>
          </p:cNvSpPr>
          <p:nvPr>
            <p:ph type="sldNum" sz="quarter" idx="4"/>
          </p:nvPr>
        </p:nvSpPr>
        <p:spPr bwMode="gray">
          <a:xfrm>
            <a:off x="417600" y="6588000"/>
            <a:ext cx="180000" cy="169200"/>
          </a:xfrm>
          <a:prstGeom prst="rect">
            <a:avLst/>
          </a:prstGeom>
        </p:spPr>
        <p:txBody>
          <a:bodyPr vert="horz" wrap="none" lIns="0" tIns="0" rIns="0" bIns="0" rtlCol="0" anchor="b" anchorCtr="0"/>
          <a:lstStyle>
            <a:lvl1pPr algn="r">
              <a:defRPr sz="900">
                <a:solidFill>
                  <a:schemeClr val="tx1"/>
                </a:solidFill>
                <a:latin typeface="+mn-lt"/>
                <a:ea typeface="+mn-ea"/>
                <a:cs typeface="+mn-cs"/>
                <a:sym typeface="+mn-lt"/>
              </a:defRPr>
            </a:lvl1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fld id="{AA5FCFE5-FE56-4EF1-80A8-07776887C2A1}" type="slidenum">
              <a:rPr kumimoji="1" lang="ja-JP" altLang="en-US" smtClean="0"/>
              <a:pPr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kumimoji="1" lang="ja-JP" altLang="en-US" dirty="0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 bwMode="gray">
          <a:xfrm>
            <a:off x="416999" y="1476000"/>
            <a:ext cx="9073075" cy="4824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1 </a:t>
            </a:r>
            <a:r>
              <a:rPr kumimoji="1" lang="ja-JP" altLang="en-US" dirty="0"/>
              <a:t>レベル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  <a:endParaRPr kumimoji="1" lang="en-US" altLang="ja-JP" dirty="0"/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4C0FFE5-9BDB-4F97-92E4-5E9243BDA74A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gray">
          <a:xfrm>
            <a:off x="4508167" y="6444000"/>
            <a:ext cx="889667" cy="169277"/>
          </a:xfrm>
          <a:prstGeom prst="rect">
            <a:avLst/>
          </a:prstGeom>
        </p:spPr>
        <p:txBody>
          <a:bodyPr vert="horz" wrap="none" lIns="0" tIns="0" rIns="0" bIns="0" rtlCol="0" anchor="t" anchorCtr="0">
            <a:spAutoFit/>
          </a:bodyPr>
          <a:lstStyle>
            <a:lvl1pPr>
              <a:defRPr kumimoji="1" lang="en-US" altLang="ja-JP" sz="1100" smtClean="0">
                <a:solidFill>
                  <a:srgbClr val="75787B"/>
                </a:solidFill>
                <a:latin typeface="+mn-lt"/>
                <a:cs typeface="+mn-cs"/>
              </a:defRPr>
            </a:lvl1pPr>
          </a:lstStyle>
          <a:p>
            <a:pPr algn="ctr"/>
            <a:r>
              <a:rPr lang="en-US"/>
              <a:t>&lt; Confidential &gt;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76511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5" r:id="rId1"/>
    <p:sldLayoutId id="2147483944" r:id="rId2"/>
    <p:sldLayoutId id="2147483911" r:id="rId3"/>
    <p:sldLayoutId id="2147483912" r:id="rId4"/>
    <p:sldLayoutId id="2147483934" r:id="rId5"/>
    <p:sldLayoutId id="2147483936" r:id="rId6"/>
    <p:sldLayoutId id="2147483953" r:id="rId7"/>
    <p:sldLayoutId id="2147483937" r:id="rId8"/>
    <p:sldLayoutId id="2147483938" r:id="rId9"/>
    <p:sldLayoutId id="2147483939" r:id="rId10"/>
    <p:sldLayoutId id="2147483954" r:id="rId11"/>
    <p:sldLayoutId id="2147483956" r:id="rId12"/>
    <p:sldLayoutId id="2147483960" r:id="rId13"/>
  </p:sldLayoutIdLst>
  <p:hf hdr="0"/>
  <p:txStyles>
    <p:titleStyle>
      <a:lvl1pPr algn="l" defTabSz="990564" rtl="0" eaLnBrk="1" latinLnBrk="0" hangingPunct="1">
        <a:spcBef>
          <a:spcPct val="0"/>
        </a:spcBef>
        <a:buNone/>
        <a:defRPr kumimoji="1" sz="2000" b="1" kern="1200" baseline="0">
          <a:solidFill>
            <a:schemeClr val="tx1"/>
          </a:solidFill>
          <a:latin typeface="+mj-lt"/>
          <a:ea typeface="+mj-ea"/>
          <a:cs typeface="+mj-cs"/>
          <a:sym typeface="+mj-lt"/>
        </a:defRPr>
      </a:lvl1pPr>
    </p:titleStyle>
    <p:bodyStyle>
      <a:lvl1pPr marL="0" marR="0" indent="0" algn="l" defTabSz="990564" rtl="0" eaLnBrk="1" fontAlgn="auto" latinLnBrk="0" hangingPunct="1">
        <a:lnSpc>
          <a:spcPct val="110000"/>
        </a:lnSpc>
        <a:spcBef>
          <a:spcPts val="600"/>
        </a:spcBef>
        <a:spcAft>
          <a:spcPts val="0"/>
        </a:spcAft>
        <a:buClrTx/>
        <a:buSzPct val="100000"/>
        <a:buFont typeface="Arial" panose="020B0604020202020204" pitchFamily="34" charset="0"/>
        <a:buNone/>
        <a:tabLst/>
        <a:defRPr kumimoji="1" sz="1200" b="0" kern="1200">
          <a:solidFill>
            <a:schemeClr val="tx1"/>
          </a:solidFill>
          <a:latin typeface="+mn-lt"/>
          <a:ea typeface="+mn-ea"/>
          <a:cs typeface="+mn-cs"/>
          <a:sym typeface="+mn-lt"/>
        </a:defRPr>
      </a:lvl1pPr>
      <a:lvl2pPr marL="180000" marR="0" indent="-180000" algn="l" defTabSz="990564" rtl="0" eaLnBrk="1" fontAlgn="auto" latinLnBrk="0" hangingPunct="1">
        <a:lnSpc>
          <a:spcPct val="110000"/>
        </a:lnSpc>
        <a:spcBef>
          <a:spcPts val="600"/>
        </a:spcBef>
        <a:spcAft>
          <a:spcPts val="0"/>
        </a:spcAft>
        <a:buClrTx/>
        <a:buSzPct val="100000"/>
        <a:buFont typeface="Wingdings" panose="05000000000000000000" pitchFamily="2" charset="2"/>
        <a:buChar char="n"/>
        <a:tabLst/>
        <a:defRPr kumimoji="1" lang="en-US" sz="1200" b="0" kern="1200" dirty="0" smtClean="0">
          <a:solidFill>
            <a:schemeClr val="tx1"/>
          </a:solidFill>
          <a:latin typeface="+mn-lt"/>
          <a:ea typeface="+mn-ea"/>
          <a:cs typeface="+mn-cs"/>
          <a:sym typeface="+mn-lt"/>
        </a:defRPr>
      </a:lvl2pPr>
      <a:lvl3pPr marL="360000" marR="0" indent="-180000" algn="l" defTabSz="990564" rtl="0" eaLnBrk="1" fontAlgn="auto" latinLnBrk="0" hangingPunct="1">
        <a:lnSpc>
          <a:spcPct val="110000"/>
        </a:lnSpc>
        <a:spcBef>
          <a:spcPts val="600"/>
        </a:spcBef>
        <a:spcAft>
          <a:spcPts val="0"/>
        </a:spcAft>
        <a:buClrTx/>
        <a:buSzPct val="100000"/>
        <a:buFont typeface="Wingdings" panose="05000000000000000000" pitchFamily="2" charset="2"/>
        <a:buChar char="Ø"/>
        <a:tabLst/>
        <a:defRPr kumimoji="1" lang="en-US" sz="1200" b="0" kern="1200" dirty="0" smtClean="0">
          <a:solidFill>
            <a:schemeClr val="tx1"/>
          </a:solidFill>
          <a:latin typeface="+mn-lt"/>
          <a:ea typeface="+mn-ea"/>
          <a:cs typeface="+mn-cs"/>
          <a:sym typeface="+mn-lt"/>
        </a:defRPr>
      </a:lvl3pPr>
      <a:lvl4pPr marL="504000" marR="0" indent="-144000" algn="l" defTabSz="990564" rtl="0" eaLnBrk="1" fontAlgn="auto" latinLnBrk="0" hangingPunct="1">
        <a:lnSpc>
          <a:spcPct val="110000"/>
        </a:lnSpc>
        <a:spcBef>
          <a:spcPts val="600"/>
        </a:spcBef>
        <a:spcAft>
          <a:spcPts val="0"/>
        </a:spcAft>
        <a:buClrTx/>
        <a:buSzPct val="100000"/>
        <a:buFont typeface="Arial" panose="020B0604020202020204" pitchFamily="34" charset="0"/>
        <a:buChar char="•"/>
        <a:tabLst/>
        <a:defRPr kumimoji="1" lang="en-US" sz="1200" b="0" kern="1200" baseline="0" dirty="0" smtClean="0">
          <a:solidFill>
            <a:schemeClr val="tx1"/>
          </a:solidFill>
          <a:latin typeface="+mn-lt"/>
          <a:ea typeface="+mn-ea"/>
          <a:cs typeface="+mn-cs"/>
          <a:sym typeface="+mn-lt"/>
        </a:defRPr>
      </a:lvl4pPr>
      <a:lvl5pPr marL="684000" indent="-180000" algn="l" defTabSz="865024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ClrTx/>
        <a:buSzPct val="100000"/>
        <a:buFont typeface="Verdana" panose="020B0604030504040204" pitchFamily="34" charset="0"/>
        <a:buChar char="−"/>
        <a:tabLst/>
        <a:defRPr kumimoji="1" lang="en-US" sz="1200" kern="1200" baseline="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864000" indent="-180000" algn="l" defTabSz="990564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Wingdings" panose="05000000000000000000" pitchFamily="2" charset="2"/>
        <a:buChar char="ü"/>
        <a:defRPr kumimoji="1" sz="12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577179" indent="-191093" algn="l" defTabSz="990564" rtl="0" eaLnBrk="1" latinLnBrk="0" hangingPunct="1">
        <a:spcBef>
          <a:spcPts val="0"/>
        </a:spcBef>
        <a:spcAft>
          <a:spcPts val="1083"/>
        </a:spcAft>
        <a:buFont typeface="Verdana" panose="020B0604030504040204" pitchFamily="34" charset="0"/>
        <a:buChar char="−"/>
        <a:defRPr kumimoji="1"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577179" indent="-191093" algn="l" defTabSz="990564" rtl="0" eaLnBrk="1" latinLnBrk="0" hangingPunct="1">
        <a:spcBef>
          <a:spcPts val="0"/>
        </a:spcBef>
        <a:spcAft>
          <a:spcPts val="1083"/>
        </a:spcAft>
        <a:buFont typeface="Verdana" panose="020B0604030504040204" pitchFamily="34" charset="0"/>
        <a:buChar char="−"/>
        <a:defRPr kumimoji="1" sz="13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77179" indent="-191093" algn="l" defTabSz="990564" rtl="0" eaLnBrk="1" latinLnBrk="0" hangingPunct="1">
        <a:spcBef>
          <a:spcPts val="0"/>
        </a:spcBef>
        <a:spcAft>
          <a:spcPts val="1083"/>
        </a:spcAft>
        <a:buFont typeface="Verdana" panose="020B0604030504040204" pitchFamily="34" charset="0"/>
        <a:buChar char="−"/>
        <a:defRPr kumimoji="1" sz="13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3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64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46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27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10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92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73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55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0" pos="3120">
          <p15:clr>
            <a:srgbClr val="A4A3A4"/>
          </p15:clr>
        </p15:guide>
        <p15:guide id="1" orient="horz" pos="96">
          <p15:clr>
            <a:srgbClr val="A4A3A4"/>
          </p15:clr>
        </p15:guide>
        <p15:guide id="2" pos="3007">
          <p15:clr>
            <a:srgbClr val="A4A3A4"/>
          </p15:clr>
        </p15:guide>
        <p15:guide id="3" pos="3233">
          <p15:clr>
            <a:srgbClr val="A4A3A4"/>
          </p15:clr>
        </p15:guide>
        <p15:guide id="4" pos="5978">
          <p15:clr>
            <a:srgbClr val="A4A3A4"/>
          </p15:clr>
        </p15:guide>
        <p15:guide id="5" pos="262">
          <p15:clr>
            <a:srgbClr val="A4A3A4"/>
          </p15:clr>
        </p15:guide>
        <p15:guide id="6" orient="horz" pos="504">
          <p15:clr>
            <a:srgbClr val="A4A3A4"/>
          </p15:clr>
        </p15:guide>
        <p15:guide id="7" orient="horz" pos="640">
          <p15:clr>
            <a:srgbClr val="A4A3A4"/>
          </p15:clr>
        </p15:guide>
        <p15:guide id="8" orient="horz" pos="935">
          <p15:clr>
            <a:srgbClr val="A4A3A4"/>
          </p15:clr>
        </p15:guide>
        <p15:guide id="9" orient="horz" pos="3974">
          <p15:clr>
            <a:srgbClr val="A4A3A4"/>
          </p15:clr>
        </p15:guide>
        <p15:guide id="10" orient="horz" pos="4156">
          <p15:clr>
            <a:srgbClr val="A4A3A4"/>
          </p15:clr>
        </p15:guide>
        <p15:guide id="11" orient="horz" pos="4269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D1417A6-11F2-E0F6-CB02-3C011F2DDA3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6E56C22-CD92-4A50-AAD1-E2171E0619BD}" type="slidenum">
              <a:rPr lang="ja-JP" altLang="en-US" smtClean="0"/>
              <a:pPr/>
              <a:t>1</a:t>
            </a:fld>
            <a:endParaRPr lang="ja-JP" altLang="en-US" dirty="0"/>
          </a:p>
        </p:txBody>
      </p:sp>
      <p:sp>
        <p:nvSpPr>
          <p:cNvPr id="5" name="タイトル 4">
            <a:extLst>
              <a:ext uri="{FF2B5EF4-FFF2-40B4-BE49-F238E27FC236}">
                <a16:creationId xmlns:a16="http://schemas.microsoft.com/office/drawing/2014/main" id="{D64CCC0E-CDF6-342F-6872-93DCAC8268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7000" y="75827"/>
            <a:ext cx="9072000" cy="615600"/>
          </a:xfrm>
        </p:spPr>
        <p:txBody>
          <a:bodyPr anchor="ctr"/>
          <a:lstStyle/>
          <a:p>
            <a:r>
              <a:rPr kumimoji="1" lang="ja-JP" altLang="en-US" dirty="0"/>
              <a:t>社内リソースの現況整理</a:t>
            </a:r>
            <a:r>
              <a:rPr kumimoji="1" lang="en-US" altLang="ja-JP" dirty="0"/>
              <a:t> </a:t>
            </a:r>
            <a:r>
              <a:rPr kumimoji="1" lang="en-JP" altLang="ja-JP" dirty="0"/>
              <a:t>【</a:t>
            </a:r>
            <a:r>
              <a:rPr kumimoji="1" lang="ja-JP" altLang="en-US" dirty="0"/>
              <a:t>１</a:t>
            </a:r>
            <a:r>
              <a:rPr kumimoji="1" lang="en-JP" altLang="ja-JP" dirty="0"/>
              <a:t>】</a:t>
            </a:r>
            <a:r>
              <a:rPr lang="en-US" altLang="ja-JP" dirty="0"/>
              <a:t> </a:t>
            </a:r>
            <a:r>
              <a:rPr lang="ja-JP" altLang="en-US" dirty="0"/>
              <a:t>現在の活用状況</a:t>
            </a:r>
            <a:endParaRPr kumimoji="1" lang="ja-JP" altLang="en-US" dirty="0"/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17C9367E-13E4-2D08-09CD-4090D7FD4E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0284150"/>
              </p:ext>
            </p:extLst>
          </p:nvPr>
        </p:nvGraphicFramePr>
        <p:xfrm>
          <a:off x="227312" y="695226"/>
          <a:ext cx="9446624" cy="58861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1656">
                  <a:extLst>
                    <a:ext uri="{9D8B030D-6E8A-4147-A177-3AD203B41FA5}">
                      <a16:colId xmlns:a16="http://schemas.microsoft.com/office/drawing/2014/main" val="3810725707"/>
                    </a:ext>
                  </a:extLst>
                </a:gridCol>
                <a:gridCol w="2361656">
                  <a:extLst>
                    <a:ext uri="{9D8B030D-6E8A-4147-A177-3AD203B41FA5}">
                      <a16:colId xmlns:a16="http://schemas.microsoft.com/office/drawing/2014/main" val="4173257847"/>
                    </a:ext>
                  </a:extLst>
                </a:gridCol>
                <a:gridCol w="2361656">
                  <a:extLst>
                    <a:ext uri="{9D8B030D-6E8A-4147-A177-3AD203B41FA5}">
                      <a16:colId xmlns:a16="http://schemas.microsoft.com/office/drawing/2014/main" val="2074102619"/>
                    </a:ext>
                  </a:extLst>
                </a:gridCol>
                <a:gridCol w="2361656">
                  <a:extLst>
                    <a:ext uri="{9D8B030D-6E8A-4147-A177-3AD203B41FA5}">
                      <a16:colId xmlns:a16="http://schemas.microsoft.com/office/drawing/2014/main" val="3603865917"/>
                    </a:ext>
                  </a:extLst>
                </a:gridCol>
              </a:tblGrid>
              <a:tr h="188001">
                <a:tc>
                  <a:txBody>
                    <a:bodyPr/>
                    <a:lstStyle/>
                    <a:p>
                      <a:r>
                        <a:rPr kumimoji="1" lang="ja-JP" altLang="en-US" sz="1200" b="0" dirty="0">
                          <a:solidFill>
                            <a:schemeClr val="tx1"/>
                          </a:solidFill>
                        </a:rPr>
                        <a:t>人</a:t>
                      </a:r>
                      <a:endParaRPr kumimoji="1" lang="en-US" altLang="ja-JP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b="0" dirty="0">
                          <a:solidFill>
                            <a:schemeClr val="tx1"/>
                          </a:solidFill>
                        </a:rPr>
                        <a:t>モノ</a:t>
                      </a:r>
                    </a:p>
                  </a:txBody>
                  <a:tcPr>
                    <a:lnL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b="0" dirty="0">
                          <a:solidFill>
                            <a:schemeClr val="tx1"/>
                          </a:solidFill>
                        </a:rPr>
                        <a:t>カネ</a:t>
                      </a:r>
                    </a:p>
                  </a:txBody>
                  <a:tcPr>
                    <a:lnL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b="0" dirty="0">
                          <a:solidFill>
                            <a:schemeClr val="tx1"/>
                          </a:solidFill>
                        </a:rPr>
                        <a:t>情報</a:t>
                      </a:r>
                    </a:p>
                  </a:txBody>
                  <a:tcPr>
                    <a:lnL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4283811"/>
                  </a:ext>
                </a:extLst>
              </a:tr>
              <a:tr h="1870622">
                <a:tc>
                  <a:txBody>
                    <a:bodyPr/>
                    <a:lstStyle/>
                    <a:p>
                      <a:r>
                        <a:rPr kumimoji="1" lang="ja-JP" altLang="en-US" sz="1100" b="1" dirty="0">
                          <a:solidFill>
                            <a:schemeClr val="tx1"/>
                          </a:solidFill>
                        </a:rPr>
                        <a:t>① 人的リソースの充足度</a:t>
                      </a:r>
                    </a:p>
                    <a:p>
                      <a:pPr marL="144000" indent="-144000">
                        <a:spcBef>
                          <a:spcPts val="300"/>
                        </a:spcBef>
                        <a:buFont typeface="Arial"/>
                        <a:buChar char="•"/>
                      </a:pPr>
                      <a:r>
                        <a:rPr kumimoji="1" lang="ja-JP" altLang="en-US" sz="1000" b="0" dirty="0">
                          <a:solidFill>
                            <a:schemeClr val="tx1"/>
                          </a:solidFill>
                        </a:rPr>
                        <a:t>情報系の大学教員・研究者が講師陣の中核</a:t>
                      </a:r>
                    </a:p>
                    <a:p>
                      <a:pPr marL="144000" indent="-144000">
                        <a:spcBef>
                          <a:spcPts val="300"/>
                        </a:spcBef>
                        <a:buFont typeface="Arial"/>
                        <a:buChar char="•"/>
                      </a:pPr>
                      <a:r>
                        <a:rPr kumimoji="1" lang="ja-JP" altLang="en-US" sz="1000" b="0" dirty="0">
                          <a:solidFill>
                            <a:schemeClr val="tx1"/>
                          </a:solidFill>
                        </a:rPr>
                        <a:t>社会人向けの実務講師・コーディネーターが不足</a:t>
                      </a:r>
                    </a:p>
                    <a:p>
                      <a:pPr marL="144000" indent="-144000">
                        <a:spcBef>
                          <a:spcPts val="300"/>
                        </a:spcBef>
                        <a:buFont typeface="Arial"/>
                        <a:buChar char="•"/>
                      </a:pPr>
                      <a:r>
                        <a:rPr kumimoji="1" lang="ja-JP" altLang="en-US" sz="1000" b="0" dirty="0">
                          <a:solidFill>
                            <a:schemeClr val="tx1"/>
                          </a:solidFill>
                        </a:rPr>
                        <a:t>事務局は少人数で、兼務が中心</a:t>
                      </a:r>
                    </a:p>
                    <a:p>
                      <a:pPr marL="144000" indent="-144000">
                        <a:spcBef>
                          <a:spcPts val="300"/>
                        </a:spcBef>
                        <a:buFont typeface="Arial"/>
                        <a:buChar char="•"/>
                      </a:pPr>
                      <a:r>
                        <a:rPr kumimoji="1" lang="ja-JP" altLang="en-US" sz="1000" b="1" dirty="0">
                          <a:solidFill>
                            <a:srgbClr val="007680"/>
                          </a:solidFill>
                        </a:rPr>
                        <a:t>課題：</a:t>
                      </a:r>
                      <a:r>
                        <a:rPr kumimoji="1" lang="ja-JP" altLang="en-US" sz="1000" b="0" dirty="0">
                          <a:solidFill>
                            <a:srgbClr val="007680"/>
                          </a:solidFill>
                        </a:rPr>
                        <a:t>講座拡大に耐える運営体制が未整備</a:t>
                      </a:r>
                    </a:p>
                  </a:txBody>
                  <a:tcPr marL="36000" marR="36000" marT="36000" marB="36000">
                    <a:lnL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 b="1" dirty="0">
                          <a:solidFill>
                            <a:schemeClr val="tx1"/>
                          </a:solidFill>
                        </a:rPr>
                        <a:t>① 設備性能、稼働率</a:t>
                      </a:r>
                    </a:p>
                    <a:p>
                      <a:pPr marL="144000" indent="-144000">
                        <a:spcBef>
                          <a:spcPts val="300"/>
                        </a:spcBef>
                        <a:buFont typeface="Arial"/>
                        <a:buChar char="•"/>
                      </a:pPr>
                      <a:r>
                        <a:rPr kumimoji="1" lang="ja-JP" altLang="en-US" sz="1000" b="0" dirty="0">
                          <a:solidFill>
                            <a:schemeClr val="tx1"/>
                          </a:solidFill>
                        </a:rPr>
                        <a:t>講義室・PC演習室・GPUサーバ・配信設備を保有</a:t>
                      </a:r>
                    </a:p>
                    <a:p>
                      <a:pPr marL="144000" indent="-144000">
                        <a:spcBef>
                          <a:spcPts val="300"/>
                        </a:spcBef>
                        <a:buFont typeface="Arial"/>
                        <a:buChar char="•"/>
                      </a:pPr>
                      <a:r>
                        <a:rPr kumimoji="1" lang="ja-JP" altLang="en-US" sz="1000" b="0" dirty="0">
                          <a:solidFill>
                            <a:schemeClr val="tx1"/>
                          </a:solidFill>
                        </a:rPr>
                        <a:t>平日日中は学部授業で稼働率が高い</a:t>
                      </a:r>
                    </a:p>
                    <a:p>
                      <a:pPr marL="144000" indent="-144000">
                        <a:spcBef>
                          <a:spcPts val="300"/>
                        </a:spcBef>
                        <a:buFont typeface="Arial"/>
                        <a:buChar char="•"/>
                      </a:pPr>
                      <a:r>
                        <a:rPr kumimoji="1" lang="ja-JP" altLang="en-US" sz="1000" b="0" dirty="0">
                          <a:solidFill>
                            <a:schemeClr val="tx1"/>
                          </a:solidFill>
                        </a:rPr>
                        <a:t>夜間・土日・長期休暇は遊休で、社会人講座へ転用可能</a:t>
                      </a:r>
                    </a:p>
                    <a:p>
                      <a:pPr marL="144000" indent="-144000">
                        <a:spcBef>
                          <a:spcPts val="300"/>
                        </a:spcBef>
                        <a:buFont typeface="Arial"/>
                        <a:buChar char="•"/>
                      </a:pPr>
                      <a:r>
                        <a:rPr kumimoji="1" lang="ja-JP" altLang="en-US" sz="1000" b="1" dirty="0">
                          <a:solidFill>
                            <a:srgbClr val="007680"/>
                          </a:solidFill>
                        </a:rPr>
                        <a:t>課題：</a:t>
                      </a:r>
                      <a:r>
                        <a:rPr kumimoji="1" lang="ja-JP" altLang="en-US" sz="1000" b="0" dirty="0">
                          <a:solidFill>
                            <a:srgbClr val="007680"/>
                          </a:solidFill>
                        </a:rPr>
                        <a:t>学外者の利用ルール・予約管理が未整備</a:t>
                      </a:r>
                    </a:p>
                  </a:txBody>
                  <a:tcPr marL="36000" marR="36000" marT="36000" marB="36000">
                    <a:lnL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 b="1" dirty="0">
                          <a:solidFill>
                            <a:schemeClr val="tx1"/>
                          </a:solidFill>
                        </a:rPr>
                        <a:t>① 財務健全性</a:t>
                      </a:r>
                    </a:p>
                    <a:p>
                      <a:pPr marL="144000" indent="-144000">
                        <a:spcBef>
                          <a:spcPts val="300"/>
                        </a:spcBef>
                        <a:buFont typeface="Arial"/>
                        <a:buChar char="•"/>
                      </a:pPr>
                      <a:r>
                        <a:rPr kumimoji="1" lang="ja-JP" altLang="en-US" sz="1000" b="0" dirty="0">
                          <a:solidFill>
                            <a:schemeClr val="tx1"/>
                          </a:solidFill>
                        </a:rPr>
                        <a:t>立上げ期は国・自治体の補助金に大きく依存</a:t>
                      </a:r>
                    </a:p>
                    <a:p>
                      <a:pPr marL="144000" indent="-144000">
                        <a:spcBef>
                          <a:spcPts val="300"/>
                        </a:spcBef>
                        <a:buFont typeface="Arial"/>
                        <a:buChar char="•"/>
                      </a:pPr>
                      <a:r>
                        <a:rPr kumimoji="1" lang="ja-JP" altLang="en-US" sz="1000" b="0" dirty="0">
                          <a:solidFill>
                            <a:schemeClr val="tx1"/>
                          </a:solidFill>
                        </a:rPr>
                        <a:t>受講料などの自主財源はわずか</a:t>
                      </a:r>
                    </a:p>
                    <a:p>
                      <a:pPr marL="144000" indent="-144000">
                        <a:spcBef>
                          <a:spcPts val="300"/>
                        </a:spcBef>
                        <a:buFont typeface="Arial"/>
                        <a:buChar char="•"/>
                      </a:pPr>
                      <a:r>
                        <a:rPr kumimoji="1" lang="ja-JP" altLang="en-US" sz="1000" b="1" dirty="0">
                          <a:solidFill>
                            <a:srgbClr val="007680"/>
                          </a:solidFill>
                        </a:rPr>
                        <a:t>課題：</a:t>
                      </a:r>
                      <a:r>
                        <a:rPr kumimoji="1" lang="ja-JP" altLang="en-US" sz="1000" b="0" dirty="0">
                          <a:solidFill>
                            <a:srgbClr val="007680"/>
                          </a:solidFill>
                        </a:rPr>
                        <a:t>補助金終了後の事業継続性が不透明</a:t>
                      </a:r>
                    </a:p>
                  </a:txBody>
                  <a:tcPr marL="36000" marR="36000" marT="36000" marB="36000">
                    <a:lnL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 b="1" dirty="0">
                          <a:solidFill>
                            <a:schemeClr val="tx1"/>
                          </a:solidFill>
                        </a:rPr>
                        <a:t>① 情報・データの管理・活用</a:t>
                      </a:r>
                    </a:p>
                    <a:p>
                      <a:pPr marL="144000" indent="-144000">
                        <a:spcBef>
                          <a:spcPts val="300"/>
                        </a:spcBef>
                        <a:buFont typeface="Arial"/>
                        <a:buChar char="•"/>
                      </a:pPr>
                      <a:r>
                        <a:rPr kumimoji="1" lang="ja-JP" altLang="en-US" sz="1000" b="0" dirty="0">
                          <a:solidFill>
                            <a:schemeClr val="tx1"/>
                          </a:solidFill>
                        </a:rPr>
                        <a:t>受講者・修了者データは講座ごとに分散管理</a:t>
                      </a:r>
                    </a:p>
                    <a:p>
                      <a:pPr marL="144000" indent="-144000">
                        <a:spcBef>
                          <a:spcPts val="300"/>
                        </a:spcBef>
                        <a:buFont typeface="Arial"/>
                        <a:buChar char="•"/>
                      </a:pPr>
                      <a:r>
                        <a:rPr kumimoji="1" lang="ja-JP" altLang="en-US" sz="1000" b="0" dirty="0">
                          <a:solidFill>
                            <a:schemeClr val="tx1"/>
                          </a:solidFill>
                        </a:rPr>
                        <a:t>LMSは導入済みだが学習ログの活用は限定的</a:t>
                      </a:r>
                    </a:p>
                    <a:p>
                      <a:pPr marL="144000" indent="-144000">
                        <a:spcBef>
                          <a:spcPts val="300"/>
                        </a:spcBef>
                        <a:buFont typeface="Arial"/>
                        <a:buChar char="•"/>
                      </a:pPr>
                      <a:r>
                        <a:rPr kumimoji="1" lang="ja-JP" altLang="en-US" sz="1000" b="1" dirty="0">
                          <a:solidFill>
                            <a:srgbClr val="007680"/>
                          </a:solidFill>
                        </a:rPr>
                        <a:t>課題：</a:t>
                      </a:r>
                      <a:r>
                        <a:rPr kumimoji="1" lang="ja-JP" altLang="en-US" sz="1000" b="0" dirty="0">
                          <a:solidFill>
                            <a:srgbClr val="007680"/>
                          </a:solidFill>
                        </a:rPr>
                        <a:t>受講後の行動変容・社内研修への展開を追跡できていない</a:t>
                      </a:r>
                    </a:p>
                  </a:txBody>
                  <a:tcPr marL="36000" marR="36000" marT="36000" marB="36000">
                    <a:lnL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5626394"/>
                  </a:ext>
                </a:extLst>
              </a:tr>
              <a:tr h="1870622">
                <a:tc>
                  <a:txBody>
                    <a:bodyPr/>
                    <a:lstStyle/>
                    <a:p>
                      <a:r>
                        <a:rPr kumimoji="1" lang="ja-JP" altLang="en-US" sz="1100" b="1" dirty="0">
                          <a:solidFill>
                            <a:schemeClr val="tx1"/>
                          </a:solidFill>
                        </a:rPr>
                        <a:t>② 各人の能力、専門性、経験年数</a:t>
                      </a:r>
                    </a:p>
                    <a:p>
                      <a:pPr marL="144000" indent="-144000">
                        <a:spcBef>
                          <a:spcPts val="300"/>
                        </a:spcBef>
                        <a:buFont typeface="Arial"/>
                        <a:buChar char="•"/>
                      </a:pPr>
                      <a:r>
                        <a:rPr kumimoji="1" lang="ja-JP" altLang="en-US" sz="1000" b="0" dirty="0">
                          <a:solidFill>
                            <a:schemeClr val="tx1"/>
                          </a:solidFill>
                        </a:rPr>
                        <a:t>教員：AI・データサイエンスの学術専門性が高い</a:t>
                      </a:r>
                    </a:p>
                    <a:p>
                      <a:pPr marL="144000" indent="-144000">
                        <a:spcBef>
                          <a:spcPts val="300"/>
                        </a:spcBef>
                        <a:buFont typeface="Arial"/>
                        <a:buChar char="•"/>
                      </a:pPr>
                      <a:r>
                        <a:rPr kumimoji="1" lang="ja-JP" altLang="en-US" sz="1000" b="0" dirty="0">
                          <a:solidFill>
                            <a:schemeClr val="tx1"/>
                          </a:solidFill>
                        </a:rPr>
                        <a:t>IT企業技術者：実装・現場経験が豊富（10年超も）</a:t>
                      </a:r>
                    </a:p>
                    <a:p>
                      <a:pPr marL="144000" indent="-144000">
                        <a:spcBef>
                          <a:spcPts val="300"/>
                        </a:spcBef>
                        <a:buFont typeface="Arial"/>
                        <a:buChar char="•"/>
                      </a:pPr>
                      <a:r>
                        <a:rPr kumimoji="1" lang="ja-JP" altLang="en-US" sz="1000" b="0" dirty="0">
                          <a:solidFill>
                            <a:schemeClr val="tx1"/>
                          </a:solidFill>
                        </a:rPr>
                        <a:t>行政職員：DX推進の現場知を保有</a:t>
                      </a:r>
                    </a:p>
                    <a:p>
                      <a:pPr marL="144000" indent="-144000">
                        <a:spcBef>
                          <a:spcPts val="300"/>
                        </a:spcBef>
                        <a:buFont typeface="Arial"/>
                        <a:buChar char="•"/>
                      </a:pPr>
                      <a:r>
                        <a:rPr kumimoji="1" lang="ja-JP" altLang="en-US" sz="1000" b="1" dirty="0">
                          <a:solidFill>
                            <a:srgbClr val="007680"/>
                          </a:solidFill>
                        </a:rPr>
                        <a:t>課題：</a:t>
                      </a:r>
                      <a:r>
                        <a:rPr kumimoji="1" lang="ja-JP" altLang="en-US" sz="1000" b="0" dirty="0">
                          <a:solidFill>
                            <a:srgbClr val="007680"/>
                          </a:solidFill>
                        </a:rPr>
                        <a:t>経営層に「教える」経験・ノウハウが浅い</a:t>
                      </a:r>
                    </a:p>
                  </a:txBody>
                  <a:tcPr marL="36000" marR="36000" marT="36000" marB="36000">
                    <a:lnL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 b="1" dirty="0">
                          <a:solidFill>
                            <a:schemeClr val="tx1"/>
                          </a:solidFill>
                        </a:rPr>
                        <a:t>② 製品・サービスの特長</a:t>
                      </a:r>
                    </a:p>
                    <a:p>
                      <a:pPr marL="144000" indent="-144000">
                        <a:spcBef>
                          <a:spcPts val="300"/>
                        </a:spcBef>
                        <a:buFont typeface="Arial"/>
                        <a:buChar char="•"/>
                      </a:pPr>
                      <a:r>
                        <a:rPr kumimoji="1" lang="ja-JP" altLang="en-US" sz="1000" b="0" dirty="0">
                          <a:solidFill>
                            <a:schemeClr val="tx1"/>
                          </a:solidFill>
                        </a:rPr>
                        <a:t>産学官連携によるDX/AX実践型リスキリング講座</a:t>
                      </a:r>
                    </a:p>
                    <a:p>
                      <a:pPr marL="144000" indent="-144000">
                        <a:spcBef>
                          <a:spcPts val="300"/>
                        </a:spcBef>
                        <a:buFont typeface="Arial"/>
                        <a:buChar char="•"/>
                      </a:pPr>
                      <a:r>
                        <a:rPr kumimoji="1" lang="ja-JP" altLang="en-US" sz="1000" b="0" dirty="0">
                          <a:solidFill>
                            <a:schemeClr val="tx1"/>
                          </a:solidFill>
                        </a:rPr>
                        <a:t>IT企業・行政→中堅中小の経営層へと段階展開</a:t>
                      </a:r>
                    </a:p>
                    <a:p>
                      <a:pPr marL="144000" indent="-144000">
                        <a:spcBef>
                          <a:spcPts val="300"/>
                        </a:spcBef>
                        <a:buFont typeface="Arial"/>
                        <a:buChar char="•"/>
                      </a:pPr>
                      <a:r>
                        <a:rPr kumimoji="1" lang="ja-JP" altLang="en-US" sz="1000" b="0" dirty="0">
                          <a:solidFill>
                            <a:schemeClr val="tx1"/>
                          </a:solidFill>
                        </a:rPr>
                        <a:t>学生と社会人が共に学ぶ場、履修証明を発行</a:t>
                      </a:r>
                    </a:p>
                    <a:p>
                      <a:pPr marL="144000" indent="-144000">
                        <a:spcBef>
                          <a:spcPts val="300"/>
                        </a:spcBef>
                        <a:buFont typeface="Arial"/>
                        <a:buChar char="•"/>
                      </a:pPr>
                      <a:r>
                        <a:rPr kumimoji="1" lang="ja-JP" altLang="en-US" sz="1000" b="1" dirty="0">
                          <a:solidFill>
                            <a:srgbClr val="007680"/>
                          </a:solidFill>
                        </a:rPr>
                        <a:t>課題：</a:t>
                      </a:r>
                      <a:r>
                        <a:rPr kumimoji="1" lang="ja-JP" altLang="en-US" sz="1000" b="0" dirty="0">
                          <a:solidFill>
                            <a:srgbClr val="007680"/>
                          </a:solidFill>
                        </a:rPr>
                        <a:t>経営層向けの短時間・実務直結型メニューが手薄</a:t>
                      </a:r>
                    </a:p>
                  </a:txBody>
                  <a:tcPr marL="36000" marR="36000" marT="36000" marB="36000">
                    <a:lnL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 b="1" dirty="0">
                          <a:solidFill>
                            <a:schemeClr val="tx1"/>
                          </a:solidFill>
                        </a:rPr>
                        <a:t>② 利益率、コスト構造</a:t>
                      </a:r>
                    </a:p>
                    <a:p>
                      <a:pPr marL="144000" indent="-144000">
                        <a:spcBef>
                          <a:spcPts val="300"/>
                        </a:spcBef>
                        <a:buFont typeface="Arial"/>
                        <a:buChar char="•"/>
                      </a:pPr>
                      <a:r>
                        <a:rPr kumimoji="1" lang="ja-JP" altLang="en-US" sz="1000" b="0" dirty="0">
                          <a:solidFill>
                            <a:schemeClr val="tx1"/>
                          </a:solidFill>
                        </a:rPr>
                        <a:t>主なコストは講師謝金・教材開発・事務局人件費</a:t>
                      </a:r>
                    </a:p>
                    <a:p>
                      <a:pPr marL="144000" indent="-144000">
                        <a:spcBef>
                          <a:spcPts val="300"/>
                        </a:spcBef>
                        <a:buFont typeface="Arial"/>
                        <a:buChar char="•"/>
                      </a:pPr>
                      <a:r>
                        <a:rPr kumimoji="1" lang="ja-JP" altLang="en-US" sz="1000" b="0" dirty="0">
                          <a:solidFill>
                            <a:schemeClr val="tx1"/>
                          </a:solidFill>
                        </a:rPr>
                        <a:t>大学施設の活用で設備コストは低い</a:t>
                      </a:r>
                    </a:p>
                    <a:p>
                      <a:pPr marL="144000" indent="-144000">
                        <a:spcBef>
                          <a:spcPts val="300"/>
                        </a:spcBef>
                        <a:buFont typeface="Arial"/>
                        <a:buChar char="•"/>
                      </a:pPr>
                      <a:r>
                        <a:rPr kumimoji="1" lang="ja-JP" altLang="en-US" sz="1000" b="0" dirty="0">
                          <a:solidFill>
                            <a:schemeClr val="tx1"/>
                          </a:solidFill>
                        </a:rPr>
                        <a:t>受講料を低く抑えており、単体収支は赤字〜均衡</a:t>
                      </a:r>
                    </a:p>
                    <a:p>
                      <a:pPr marL="144000" indent="-144000">
                        <a:spcBef>
                          <a:spcPts val="300"/>
                        </a:spcBef>
                        <a:buFont typeface="Arial"/>
                        <a:buChar char="•"/>
                      </a:pPr>
                      <a:r>
                        <a:rPr kumimoji="1" lang="ja-JP" altLang="en-US" sz="1000" b="1" dirty="0">
                          <a:solidFill>
                            <a:srgbClr val="007680"/>
                          </a:solidFill>
                        </a:rPr>
                        <a:t>課題：</a:t>
                      </a:r>
                      <a:r>
                        <a:rPr kumimoji="1" lang="ja-JP" altLang="en-US" sz="1000" b="0" dirty="0">
                          <a:solidFill>
                            <a:srgbClr val="007680"/>
                          </a:solidFill>
                        </a:rPr>
                        <a:t>企業負担型メニューの確立</a:t>
                      </a:r>
                    </a:p>
                  </a:txBody>
                  <a:tcPr marL="36000" marR="36000" marT="36000" marB="36000">
                    <a:lnL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 b="1" dirty="0">
                          <a:solidFill>
                            <a:schemeClr val="tx1"/>
                          </a:solidFill>
                        </a:rPr>
                        <a:t>② 顧客基盤</a:t>
                      </a:r>
                    </a:p>
                    <a:p>
                      <a:pPr marL="144000" indent="-144000">
                        <a:spcBef>
                          <a:spcPts val="300"/>
                        </a:spcBef>
                        <a:buFont typeface="Arial"/>
                        <a:buChar char="•"/>
                      </a:pPr>
                      <a:r>
                        <a:rPr kumimoji="1" lang="ja-JP" altLang="en-US" sz="1000" b="0" dirty="0">
                          <a:solidFill>
                            <a:schemeClr val="tx1"/>
                          </a:solidFill>
                        </a:rPr>
                        <a:t>地元IT企業（業界団体経由）、自治体職員、在学生</a:t>
                      </a:r>
                    </a:p>
                    <a:p>
                      <a:pPr marL="144000" indent="-144000">
                        <a:spcBef>
                          <a:spcPts val="300"/>
                        </a:spcBef>
                        <a:buFont typeface="Arial"/>
                        <a:buChar char="•"/>
                      </a:pPr>
                      <a:r>
                        <a:rPr kumimoji="1" lang="ja-JP" altLang="en-US" sz="1000" b="0" dirty="0">
                          <a:solidFill>
                            <a:schemeClr val="tx1"/>
                          </a:solidFill>
                        </a:rPr>
                        <a:t>中堅中小の経営層とは商工会議所・地銀経由の間接的な接点のみ</a:t>
                      </a:r>
                    </a:p>
                    <a:p>
                      <a:pPr marL="144000" indent="-144000">
                        <a:spcBef>
                          <a:spcPts val="300"/>
                        </a:spcBef>
                        <a:buFont typeface="Arial"/>
                        <a:buChar char="•"/>
                      </a:pPr>
                      <a:r>
                        <a:rPr kumimoji="1" lang="ja-JP" altLang="en-US" sz="1000" b="1" dirty="0">
                          <a:solidFill>
                            <a:srgbClr val="007680"/>
                          </a:solidFill>
                        </a:rPr>
                        <a:t>課題：</a:t>
                      </a:r>
                      <a:r>
                        <a:rPr kumimoji="1" lang="ja-JP" altLang="en-US" sz="1000" b="0" dirty="0">
                          <a:solidFill>
                            <a:srgbClr val="007680"/>
                          </a:solidFill>
                        </a:rPr>
                        <a:t>経営層との直接的なリレーション構築</a:t>
                      </a:r>
                    </a:p>
                  </a:txBody>
                  <a:tcPr marL="36000" marR="36000" marT="36000" marB="36000">
                    <a:lnL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0712404"/>
                  </a:ext>
                </a:extLst>
              </a:tr>
              <a:tr h="1870622">
                <a:tc>
                  <a:txBody>
                    <a:bodyPr/>
                    <a:lstStyle/>
                    <a:p>
                      <a:r>
                        <a:rPr kumimoji="1" lang="ja-JP" altLang="en-US" sz="1100" b="1" dirty="0">
                          <a:solidFill>
                            <a:schemeClr val="tx1"/>
                          </a:solidFill>
                        </a:rPr>
                        <a:t>③ 各人の連携（部門・拠点間）</a:t>
                      </a:r>
                    </a:p>
                    <a:p>
                      <a:pPr marL="144000" indent="-144000">
                        <a:spcBef>
                          <a:spcPts val="300"/>
                        </a:spcBef>
                        <a:buFont typeface="Arial"/>
                        <a:buChar char="•"/>
                      </a:pPr>
                      <a:r>
                        <a:rPr kumimoji="1" lang="ja-JP" altLang="en-US" sz="1000" b="0" dirty="0">
                          <a:solidFill>
                            <a:schemeClr val="tx1"/>
                          </a:solidFill>
                        </a:rPr>
                        <a:t>大学・IT企業・行政の連携は個人の人脈頼み</a:t>
                      </a:r>
                    </a:p>
                    <a:p>
                      <a:pPr marL="144000" indent="-144000">
                        <a:spcBef>
                          <a:spcPts val="300"/>
                        </a:spcBef>
                        <a:buFont typeface="Arial"/>
                        <a:buChar char="•"/>
                      </a:pPr>
                      <a:r>
                        <a:rPr kumimoji="1" lang="ja-JP" altLang="en-US" sz="1000" b="0" dirty="0">
                          <a:solidFill>
                            <a:schemeClr val="tx1"/>
                          </a:solidFill>
                        </a:rPr>
                        <a:t>学内でも学部・センター間の協働は限定的</a:t>
                      </a:r>
                    </a:p>
                    <a:p>
                      <a:pPr marL="144000" indent="-144000">
                        <a:spcBef>
                          <a:spcPts val="300"/>
                        </a:spcBef>
                        <a:buFont typeface="Arial"/>
                        <a:buChar char="•"/>
                      </a:pPr>
                      <a:r>
                        <a:rPr kumimoji="1" lang="ja-JP" altLang="en-US" sz="1000" b="1" dirty="0">
                          <a:solidFill>
                            <a:srgbClr val="007680"/>
                          </a:solidFill>
                        </a:rPr>
                        <a:t>課題：</a:t>
                      </a:r>
                      <a:r>
                        <a:rPr kumimoji="1" lang="ja-JP" altLang="en-US" sz="1000" b="0" dirty="0">
                          <a:solidFill>
                            <a:srgbClr val="007680"/>
                          </a:solidFill>
                        </a:rPr>
                        <a:t>産学官の常設協議体と役割分担が未整備</a:t>
                      </a:r>
                    </a:p>
                  </a:txBody>
                  <a:tcPr marL="36000" marR="36000" marT="36000" marB="36000">
                    <a:lnL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 b="1" dirty="0">
                          <a:solidFill>
                            <a:schemeClr val="tx1"/>
                          </a:solidFill>
                        </a:rPr>
                        <a:t>③ 独自技術・知財</a:t>
                      </a:r>
                    </a:p>
                    <a:p>
                      <a:pPr marL="144000" indent="-144000">
                        <a:spcBef>
                          <a:spcPts val="300"/>
                        </a:spcBef>
                        <a:buFont typeface="Arial"/>
                        <a:buChar char="•"/>
                      </a:pPr>
                      <a:r>
                        <a:rPr kumimoji="1" lang="ja-JP" altLang="en-US" sz="1000" b="0" dirty="0">
                          <a:solidFill>
                            <a:schemeClr val="tx1"/>
                          </a:solidFill>
                        </a:rPr>
                        <a:t>大学のAI・データ分析研究</a:t>
                      </a:r>
                    </a:p>
                    <a:p>
                      <a:pPr marL="144000" indent="-144000">
                        <a:spcBef>
                          <a:spcPts val="300"/>
                        </a:spcBef>
                        <a:buFont typeface="Arial"/>
                        <a:buChar char="•"/>
                      </a:pPr>
                      <a:r>
                        <a:rPr kumimoji="1" lang="ja-JP" altLang="en-US" sz="1000" b="0" dirty="0">
                          <a:solidFill>
                            <a:schemeClr val="tx1"/>
                          </a:solidFill>
                        </a:rPr>
                        <a:t>地域企業・行政の実例を使ったPBL教材</a:t>
                      </a:r>
                    </a:p>
                    <a:p>
                      <a:pPr marL="144000" indent="-144000">
                        <a:spcBef>
                          <a:spcPts val="300"/>
                        </a:spcBef>
                        <a:buFont typeface="Arial"/>
                        <a:buChar char="•"/>
                      </a:pPr>
                      <a:r>
                        <a:rPr kumimoji="1" lang="ja-JP" altLang="en-US" sz="1000" b="0" dirty="0">
                          <a:solidFill>
                            <a:schemeClr val="tx1"/>
                          </a:solidFill>
                        </a:rPr>
                        <a:t>オンデマンド教材・演習環境の蓄積</a:t>
                      </a:r>
                    </a:p>
                    <a:p>
                      <a:pPr marL="144000" indent="-144000">
                        <a:spcBef>
                          <a:spcPts val="300"/>
                        </a:spcBef>
                        <a:buFont typeface="Arial"/>
                        <a:buChar char="•"/>
                      </a:pPr>
                      <a:r>
                        <a:rPr kumimoji="1" lang="ja-JP" altLang="en-US" sz="1000" b="1" dirty="0">
                          <a:solidFill>
                            <a:srgbClr val="007680"/>
                          </a:solidFill>
                        </a:rPr>
                        <a:t>課題：</a:t>
                      </a:r>
                      <a:r>
                        <a:rPr kumimoji="1" lang="ja-JP" altLang="en-US" sz="1000" b="0" dirty="0">
                          <a:solidFill>
                            <a:srgbClr val="007680"/>
                          </a:solidFill>
                        </a:rPr>
                        <a:t>教材の体系化と知財としての権利整理が未着手</a:t>
                      </a:r>
                    </a:p>
                  </a:txBody>
                  <a:tcPr marL="36000" marR="36000" marT="36000" marB="36000">
                    <a:lnL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 b="1" dirty="0">
                          <a:solidFill>
                            <a:schemeClr val="tx1"/>
                          </a:solidFill>
                        </a:rPr>
                        <a:t>③ 資金調達力、投資余力</a:t>
                      </a:r>
                    </a:p>
                    <a:p>
                      <a:pPr marL="144000" indent="-144000">
                        <a:spcBef>
                          <a:spcPts val="300"/>
                        </a:spcBef>
                        <a:buFont typeface="Arial"/>
                        <a:buChar char="•"/>
                      </a:pPr>
                      <a:r>
                        <a:rPr kumimoji="1" lang="ja-JP" altLang="en-US" sz="1000" b="0" dirty="0">
                          <a:solidFill>
                            <a:schemeClr val="tx1"/>
                          </a:solidFill>
                        </a:rPr>
                        <a:t>補助金・企業版ふるさと納税の活用余地あり</a:t>
                      </a:r>
                    </a:p>
                    <a:p>
                      <a:pPr marL="144000" indent="-144000">
                        <a:spcBef>
                          <a:spcPts val="300"/>
                        </a:spcBef>
                        <a:buFont typeface="Arial"/>
                        <a:buChar char="•"/>
                      </a:pPr>
                      <a:r>
                        <a:rPr kumimoji="1" lang="ja-JP" altLang="en-US" sz="1000" b="0" dirty="0">
                          <a:solidFill>
                            <a:schemeClr val="tx1"/>
                          </a:solidFill>
                        </a:rPr>
                        <a:t>地域金融機関との連携（協賛・融資）の余地あり</a:t>
                      </a:r>
                    </a:p>
                    <a:p>
                      <a:pPr marL="144000" indent="-144000">
                        <a:spcBef>
                          <a:spcPts val="300"/>
                        </a:spcBef>
                        <a:buFont typeface="Arial"/>
                        <a:buChar char="•"/>
                      </a:pPr>
                      <a:r>
                        <a:rPr kumimoji="1" lang="ja-JP" altLang="en-US" sz="1000" b="0" dirty="0">
                          <a:solidFill>
                            <a:schemeClr val="tx1"/>
                          </a:solidFill>
                        </a:rPr>
                        <a:t>受講企業は国の人材開発支援助成金を活用可能</a:t>
                      </a:r>
                    </a:p>
                    <a:p>
                      <a:pPr marL="144000" indent="-144000">
                        <a:spcBef>
                          <a:spcPts val="300"/>
                        </a:spcBef>
                        <a:buFont typeface="Arial"/>
                        <a:buChar char="•"/>
                      </a:pPr>
                      <a:r>
                        <a:rPr kumimoji="1" lang="ja-JP" altLang="en-US" sz="1000" b="1" dirty="0">
                          <a:solidFill>
                            <a:srgbClr val="007680"/>
                          </a:solidFill>
                        </a:rPr>
                        <a:t>課題：</a:t>
                      </a:r>
                      <a:r>
                        <a:rPr kumimoji="1" lang="ja-JP" altLang="en-US" sz="1000" b="0" dirty="0">
                          <a:solidFill>
                            <a:srgbClr val="007680"/>
                          </a:solidFill>
                        </a:rPr>
                        <a:t>自前の新規投資余力は限定的</a:t>
                      </a:r>
                    </a:p>
                  </a:txBody>
                  <a:tcPr marL="36000" marR="36000" marT="36000" marB="36000">
                    <a:lnL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100" b="1" dirty="0">
                          <a:solidFill>
                            <a:schemeClr val="tx1"/>
                          </a:solidFill>
                        </a:rPr>
                        <a:t>③ 市場情報</a:t>
                      </a:r>
                    </a:p>
                    <a:p>
                      <a:pPr marL="144000" indent="-144000">
                        <a:spcBef>
                          <a:spcPts val="300"/>
                        </a:spcBef>
                        <a:buFont typeface="Arial"/>
                        <a:buChar char="•"/>
                      </a:pPr>
                      <a:r>
                        <a:rPr kumimoji="1" lang="ja-JP" altLang="en-US" sz="1000" b="0" dirty="0">
                          <a:solidFill>
                            <a:schemeClr val="tx1"/>
                          </a:solidFill>
                        </a:rPr>
                        <a:t>地域企業のDX/AX状況は自治体・商工会議所の調査程度</a:t>
                      </a:r>
                    </a:p>
                    <a:p>
                      <a:pPr marL="144000" indent="-144000">
                        <a:spcBef>
                          <a:spcPts val="300"/>
                        </a:spcBef>
                        <a:buFont typeface="Arial"/>
                        <a:buChar char="•"/>
                      </a:pPr>
                      <a:r>
                        <a:rPr kumimoji="1" lang="ja-JP" altLang="en-US" sz="1000" b="0" dirty="0">
                          <a:solidFill>
                            <a:schemeClr val="tx1"/>
                          </a:solidFill>
                        </a:rPr>
                        <a:t>民間オンライン講座・他大学など競合の把握が不十分</a:t>
                      </a:r>
                    </a:p>
                    <a:p>
                      <a:pPr marL="144000" indent="-144000">
                        <a:spcBef>
                          <a:spcPts val="300"/>
                        </a:spcBef>
                        <a:buFont typeface="Arial"/>
                        <a:buChar char="•"/>
                      </a:pPr>
                      <a:r>
                        <a:rPr kumimoji="1" lang="ja-JP" altLang="en-US" sz="1000" b="1" dirty="0">
                          <a:solidFill>
                            <a:srgbClr val="007680"/>
                          </a:solidFill>
                        </a:rPr>
                        <a:t>課題：</a:t>
                      </a:r>
                      <a:r>
                        <a:rPr kumimoji="1" lang="ja-JP" altLang="en-US" sz="1000" b="0" dirty="0">
                          <a:solidFill>
                            <a:srgbClr val="007680"/>
                          </a:solidFill>
                        </a:rPr>
                        <a:t>地域の人材ニーズを定量把握する仕組みづくり</a:t>
                      </a:r>
                    </a:p>
                  </a:txBody>
                  <a:tcPr marL="36000" marR="36000" marT="36000" marB="36000">
                    <a:lnL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2725251"/>
                  </a:ext>
                </a:extLst>
              </a:tr>
            </a:tbl>
          </a:graphicData>
        </a:graphic>
      </p:graphicFrame>
      <p:sp>
        <p:nvSpPr>
          <p:cNvPr id="9" name="対象事業"/>
          <p:cNvSpPr txBox="1"/>
          <p:nvPr/>
        </p:nvSpPr>
        <p:spPr>
          <a:xfrm>
            <a:off x="6300000" y="150000"/>
            <a:ext cx="3373936" cy="5000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r"/>
            <a:r>
              <a:rPr kumimoji="1" lang="ja-JP" altLang="en-US" sz="1000" b="1" dirty="0">
                <a:solidFill>
                  <a:srgbClr val="007680"/>
                </a:solidFill>
              </a:rPr>
              <a:t>対象事業：地方におけるリスキリング事業</a:t>
            </a:r>
          </a:p>
          <a:p>
            <a:pPr algn="r"/>
            <a:r>
              <a:rPr kumimoji="1" lang="ja-JP" altLang="en-US" sz="900" b="0" dirty="0">
                <a:solidFill>
                  <a:schemeClr val="tx1"/>
                </a:solidFill>
              </a:rPr>
              <a:t>（AI・情報人材の育成／産学官連携・記入例）</a:t>
            </a:r>
          </a:p>
        </p:txBody>
      </p:sp>
    </p:spTree>
    <p:extLst>
      <p:ext uri="{BB962C8B-B14F-4D97-AF65-F5344CB8AC3E}">
        <p14:creationId xmlns:p14="http://schemas.microsoft.com/office/powerpoint/2010/main" val="239968625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DT Template_A4_J_202201">
  <a:themeElements>
    <a:clrScheme name="DT">
      <a:dk1>
        <a:sysClr val="windowText" lastClr="000000"/>
      </a:dk1>
      <a:lt1>
        <a:sysClr val="window" lastClr="FFFFFF"/>
      </a:lt1>
      <a:dk2>
        <a:srgbClr val="53565A"/>
      </a:dk2>
      <a:lt2>
        <a:srgbClr val="D0D0CE"/>
      </a:lt2>
      <a:accent1>
        <a:srgbClr val="86BC25"/>
      </a:accent1>
      <a:accent2>
        <a:srgbClr val="43B02A"/>
      </a:accent2>
      <a:accent3>
        <a:srgbClr val="26890D"/>
      </a:accent3>
      <a:accent4>
        <a:srgbClr val="046A38"/>
      </a:accent4>
      <a:accent5>
        <a:srgbClr val="0D8390"/>
      </a:accent5>
      <a:accent6>
        <a:srgbClr val="007CB0"/>
      </a:accent6>
      <a:hlink>
        <a:srgbClr val="00A3E0"/>
      </a:hlink>
      <a:folHlink>
        <a:srgbClr val="7F7F7F"/>
      </a:folHlink>
    </a:clrScheme>
    <a:fontScheme name="DT">
      <a:majorFont>
        <a:latin typeface="Calibri"/>
        <a:ea typeface="Yu Gothic UI"/>
        <a:cs typeface=""/>
      </a:majorFont>
      <a:minorFont>
        <a:latin typeface="Calibri Light"/>
        <a:ea typeface="Yu Gothic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rgbClr val="BBBCBC"/>
        </a:solidFill>
        <a:ln w="12700" algn="ctr">
          <a:solidFill>
            <a:srgbClr val="BBBCBC"/>
          </a:solidFill>
          <a:miter lim="800000"/>
          <a:headEnd/>
          <a:tailEnd/>
        </a:ln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marL="0" marR="0" indent="0" algn="ctr" defTabSz="990564" rtl="0" eaLnBrk="1" fontAlgn="auto" latinLnBrk="0" hangingPunct="1">
          <a:lnSpc>
            <a:spcPct val="100000"/>
          </a:lnSpc>
          <a:spcBef>
            <a:spcPts val="0"/>
          </a:spcBef>
          <a:spcAft>
            <a:spcPts val="0"/>
          </a:spcAft>
          <a:buClrTx/>
          <a:buSzPct val="100000"/>
          <a:buFont typeface="Wingdings" panose="05000000000000000000" pitchFamily="2" charset="2"/>
          <a:buNone/>
          <a:tabLst/>
          <a:defRPr kumimoji="1" sz="1200" b="0" i="0" u="none" strike="noStrike" kern="1200" cap="none" spc="0" normalizeH="0" baseline="0" noProof="0" dirty="0" smtClean="0">
            <a:ln>
              <a:noFill/>
            </a:ln>
            <a:solidFill>
              <a:prstClr val="black"/>
            </a:solidFill>
            <a:effectLst/>
            <a:uLnTx/>
            <a:uFillTx/>
            <a:latin typeface="+mn-lt"/>
            <a:ea typeface="+mn-ea"/>
            <a:cs typeface="+mn-cs"/>
          </a:defRPr>
        </a:defPPr>
      </a:lstStyle>
    </a:spDef>
    <a:lnDef>
      <a:spPr bwMode="gray">
        <a:ln w="12700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none" lIns="0" tIns="0" rIns="0" bIns="0" rtlCol="0">
        <a:spAutoFit/>
      </a:bodyPr>
      <a:lstStyle>
        <a:defPPr marL="0" marR="0" indent="0" algn="l" defTabSz="990564" rtl="0" eaLnBrk="1" fontAlgn="auto" latinLnBrk="0" hangingPunct="1">
          <a:lnSpc>
            <a:spcPct val="100000"/>
          </a:lnSpc>
          <a:spcBef>
            <a:spcPts val="0"/>
          </a:spcBef>
          <a:spcAft>
            <a:spcPts val="0"/>
          </a:spcAft>
          <a:buClrTx/>
          <a:buSzPct val="100000"/>
          <a:buFont typeface="Wingdings" panose="05000000000000000000" pitchFamily="2" charset="2"/>
          <a:buNone/>
          <a:tabLst/>
          <a:defRPr kumimoji="1" sz="1200" b="0" i="0" u="none" strike="noStrike" kern="1200" cap="none" spc="0" normalizeH="0" baseline="0" noProof="0" dirty="0" smtClean="0">
            <a:ln>
              <a:noFill/>
            </a:ln>
            <a:solidFill>
              <a:prstClr val="black"/>
            </a:solidFill>
            <a:effectLst/>
            <a:uLnTx/>
            <a:uFillTx/>
            <a:latin typeface="+mn-lt"/>
            <a:ea typeface="+mn-ea"/>
            <a:cs typeface="+mn-cs"/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DT Template_A4_J.pptx" id="{6F5BFB66-4361-42A8-B842-A0A3AD3032EF}" vid="{D3765FD4-9D4A-4E3D-8B8F-18ADE3BA1DA2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1AC0B10426E124C8F2B46906D9A42C9" ma:contentTypeVersion="9" ma:contentTypeDescription="Create a new document." ma:contentTypeScope="" ma:versionID="2aa87b9bcf165247ce71af6e81550b06">
  <xsd:schema xmlns:xsd="http://www.w3.org/2001/XMLSchema" xmlns:xs="http://www.w3.org/2001/XMLSchema" xmlns:p="http://schemas.microsoft.com/office/2006/metadata/properties" xmlns:ns3="a0a9c787-db28-489b-b6e5-9fce90a89bb0" targetNamespace="http://schemas.microsoft.com/office/2006/metadata/properties" ma:root="true" ma:fieldsID="9fdb8acdd34edf23dbba1ed31ad01ee8" ns3:_="">
    <xsd:import namespace="a0a9c787-db28-489b-b6e5-9fce90a89bb0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DateTaken" minOccurs="0"/>
                <xsd:element ref="ns3:MediaServiceAutoKeyPoints" minOccurs="0"/>
                <xsd:element ref="ns3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0a9c787-db28-489b-b6e5-9fce90a89bb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C80DE39-C4A4-4ECD-8626-879083098C3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0a9c787-db28-489b-b6e5-9fce90a89bb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E21B286-A395-480F-812B-D3810D1663A3}">
  <ds:schemaRefs>
    <ds:schemaRef ds:uri="http://schemas.microsoft.com/office/2006/metadata/properties"/>
    <ds:schemaRef ds:uri="http://purl.org/dc/dcmitype/"/>
    <ds:schemaRef ds:uri="a0a9c787-db28-489b-b6e5-9fce90a89bb0"/>
    <ds:schemaRef ds:uri="http://purl.org/dc/elements/1.1/"/>
    <ds:schemaRef ds:uri="http://schemas.microsoft.com/office/2006/documentManagement/types"/>
    <ds:schemaRef ds:uri="http://purl.org/dc/terms/"/>
    <ds:schemaRef ds:uri="http://www.w3.org/XML/1998/namespace"/>
    <ds:schemaRef ds:uri="http://schemas.microsoft.com/office/infopath/2007/PartnerControls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AD69AE68-BD22-47AD-BB82-D5AA5426EC7F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DT Template_A4_J (4)</Template>
  <TotalTime>23948</TotalTime>
  <Words>85</Words>
  <Application>Microsoft Office PowerPoint</Application>
  <PresentationFormat>A4 210 x 297 mm</PresentationFormat>
  <Paragraphs>18</Paragraphs>
  <Slides>1</Slides>
  <Notes>0</Notes>
  <HiddenSlides>0</HiddenSlides>
  <MMClips>0</MMClips>
  <ScaleCrop>false</ScaleCrop>
  <HeadingPairs>
    <vt:vector size="8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埋め込まれた OLE サーバー</vt:lpstr>
      </vt:variant>
      <vt:variant>
        <vt:i4>2</vt:i4>
      </vt:variant>
      <vt:variant>
        <vt:lpstr>スライド タイトル</vt:lpstr>
      </vt:variant>
      <vt:variant>
        <vt:i4>1</vt:i4>
      </vt:variant>
    </vt:vector>
  </HeadingPairs>
  <TitlesOfParts>
    <vt:vector size="9" baseType="lpstr">
      <vt:lpstr>Arial</vt:lpstr>
      <vt:lpstr>Calibri</vt:lpstr>
      <vt:lpstr>Calibri Light</vt:lpstr>
      <vt:lpstr>Verdana</vt:lpstr>
      <vt:lpstr>Wingdings</vt:lpstr>
      <vt:lpstr>DT Template_A4_J_202201</vt:lpstr>
      <vt:lpstr>think-cellスライド</vt:lpstr>
      <vt:lpstr>think-cell スライド</vt:lpstr>
      <vt:lpstr>社内リソースの現況整理 【１】 現在の活用状況</vt:lpstr>
    </vt:vector>
  </TitlesOfParts>
  <Manager/>
  <Company>DTT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Administrator</dc:creator>
  <cp:lastModifiedBy>Osajima, Takeru</cp:lastModifiedBy>
  <cp:revision>565</cp:revision>
  <cp:lastPrinted>2019-06-13T07:52:20Z</cp:lastPrinted>
  <dcterms:created xsi:type="dcterms:W3CDTF">2022-05-30T06:43:40Z</dcterms:created>
  <dcterms:modified xsi:type="dcterms:W3CDTF">2026-10-06T21:47:21Z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0x01010081AC0B10426E124C8F2B46906D9A42C9</vt:lpwstr>
  </property>
  <property fmtid="{D5CDD505-2E9C-101B-9397-08002B2CF9AE}" pid="3" name="MSIP_Label_ea60d57e-af5b-4752-ac57-3e4f28ca11dc_Enabled">
    <vt:lpwstr>true</vt:lpwstr>
  </property>
  <property fmtid="{D5CDD505-2E9C-101B-9397-08002B2CF9AE}" pid="4" name="MSIP_Label_ea60d57e-af5b-4752-ac57-3e4f28ca11dc_SetDate">
    <vt:lpwstr>2021-06-10T06:45:02Z</vt:lpwstr>
  </property>
  <property fmtid="{D5CDD505-2E9C-101B-9397-08002B2CF9AE}" pid="5" name="MSIP_Label_ea60d57e-af5b-4752-ac57-3e4f28ca11dc_Method">
    <vt:lpwstr>Standard</vt:lpwstr>
  </property>
  <property fmtid="{D5CDD505-2E9C-101B-9397-08002B2CF9AE}" pid="6" name="MSIP_Label_ea60d57e-af5b-4752-ac57-3e4f28ca11dc_Name">
    <vt:lpwstr>ea60d57e-af5b-4752-ac57-3e4f28ca11dc</vt:lpwstr>
  </property>
  <property fmtid="{D5CDD505-2E9C-101B-9397-08002B2CF9AE}" pid="7" name="MSIP_Label_ea60d57e-af5b-4752-ac57-3e4f28ca11dc_SiteId">
    <vt:lpwstr>36da45f1-dd2c-4d1f-af13-5abe46b99921</vt:lpwstr>
  </property>
  <property fmtid="{D5CDD505-2E9C-101B-9397-08002B2CF9AE}" pid="8" name="MSIP_Label_ea60d57e-af5b-4752-ac57-3e4f28ca11dc_ActionId">
    <vt:lpwstr>345753b9-61e8-4351-aba5-64732c5426f6</vt:lpwstr>
  </property>
  <property fmtid="{D5CDD505-2E9C-101B-9397-08002B2CF9AE}" pid="9" name="MSIP_Label_ea60d57e-af5b-4752-ac57-3e4f28ca11dc_ContentBits">
    <vt:lpwstr>0</vt:lpwstr>
  </property>
</Properties>
</file>